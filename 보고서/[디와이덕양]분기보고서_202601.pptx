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0.5286</c:v>
                </c:pt>
                <c:pt idx="1">
                  <c:v>0.42119999999999996</c:v>
                </c:pt>
                <c:pt idx="2">
                  <c:v>0.049400000000000006</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0.728</c:v>
                </c:pt>
                <c:pt idx="1">
                  <c:v>0.12890000000000001</c:v>
                </c:pt>
                <c:pt idx="2">
                  <c:v>0.1431</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87.0</c:v>
                </c:pt>
                <c:pt idx="3">
                  <c:v>241.0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84,205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52.86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67,091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42.12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7,872</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4.94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48,842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72.8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8,647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12.89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9,602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14.31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67,091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3,573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2,266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1,882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2,266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2,277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43,466,672,524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10,182,683,147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6,482,922,697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6,366,400,942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5,932,100,698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5,783,278,875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5,616,217,668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96.79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4,457,933,611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4,414,589,237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3,471,145,171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3,327,159,129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2,208,597,431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1,893,889,589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1,766,735,205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ITW 오토모티브 코리아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1,737,177,527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1,687,816,969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1,622,675,518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161,347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3,568,350,252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3,414,967,062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2,599,160,000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513,956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2,383,727,928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561,006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2,148,652,980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125,263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1,912,014,432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1,780,679,488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380,604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1,763,718,936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544,226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1,663,698,882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1,662,160,176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1,546,132,320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1,495,459,375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513,956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1,289,515,604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1,208,429,600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97200AADI0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841590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145,073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1,005,646,036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7,041,440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-107,041,440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96160K2AU0MDD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268,638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948,829,416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