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0.5056</c:v>
                </c:pt>
                <c:pt idx="1">
                  <c:v>0.4482</c:v>
                </c:pt>
                <c:pt idx="2">
                  <c:v>0.0462</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0.7332</c:v>
                </c:pt>
                <c:pt idx="1">
                  <c:v>0.1285</c:v>
                </c:pt>
                <c:pt idx="2">
                  <c:v>0.1384</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23.0</c:v>
                </c:pt>
                <c:pt idx="3">
                  <c:v>261.0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74,665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50.56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66,191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44.82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6,816</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48,529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73.32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8,503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12.85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9,159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13.84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66,191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1,784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33,192,756,795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7,507,424,839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79.24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5,393,080,396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5,318,732,607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5,291,419,402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4,503,067,400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4,236,738,630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96.79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3,552,858,972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3,285,561,173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2,764,872,781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2,478,965,779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1,810,193,072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26.87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1,534,944,749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ITW 오토모티브 코리아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1,413,792,303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92.73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1,366,341,990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1,338,560,819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70.71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1,315,863,211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218,125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2,693,843,750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2,502,703,437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222,103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1,791,927,004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125,263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1,605,370,608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501,278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1,410,095,014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1,273,589,136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1,185,005,808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1,178,254,063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545,684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1,116,469,464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533,129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1,100,911,385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371,252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1,038,391,844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500,506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1,012,523,638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001_SX</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2,755,002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-512,755,002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222,103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907,068,652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97200AADI0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841590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145,447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833,847,651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374,234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807,596,972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801,528,266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