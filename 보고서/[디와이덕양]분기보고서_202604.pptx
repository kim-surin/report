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Metadata/LabelInfo.xml" ContentType="application/vnd.ms-office.classificationlabels+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harts/chart1.xml" ContentType="application/vnd.openxmlformats-officedocument.drawingml.chart+xml"/>
  <Override PartName="/ppt/charts/chart2.xml" ContentType="application/vnd.openxmlformats-officedocument.drawingml.chart+xml"/>
  <Override PartName="/ppt/charts/chart3.xml" ContentType="application/vnd.openxmlformats-officedocument.drawingml.chart+xml"/>
  <Override PartName="/ppt/charts/colors1.xml" ContentType="application/vnd.ms-office.chartcolorstyle+xml"/>
  <Override PartName="/ppt/charts/colors2.xml" ContentType="application/vnd.ms-office.chartcolorstyle+xml"/>
  <Override PartName="/ppt/charts/colors3.xml" ContentType="application/vnd.ms-office.chartcolorstyle+xml"/>
  <Override PartName="/ppt/charts/style1.xml" ContentType="application/vnd.ms-office.chartstyle+xml"/>
  <Override PartName="/ppt/charts/style2.xml" ContentType="application/vnd.ms-office.chartstyle+xml"/>
  <Override PartName="/ppt/charts/style3.xml" ContentType="application/vnd.ms-office.chartstyle+xml"/>
  <Override PartName="/ppt/commentAuthors.xml" ContentType="application/vnd.openxmlformats-officedocument.presentationml.commentAuthors+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revisionInfo.xml" ContentType="application/vnd.ms-powerpoint.revisioninfo+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 Id="rId5" Type="http://schemas.openxmlformats.org/officeDocument/2006/relationships/custom-properties" Target="docProps/custom.xml"/><Relationship Id="rId6" Type="http://schemas.microsoft.com/office/2020/02/relationships/classificationlabels" Target="docMetadata/LabelInfo.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2" r:id="rId4"/>
  </p:sldMasterIdLst>
  <p:notesMasterIdLst>
    <p:notesMasterId r:id="rId14"/>
  </p:notesMasterIdLst>
  <p:handoutMasterIdLst>
    <p:handoutMasterId r:id="rId15"/>
  </p:handoutMasterIdLst>
  <p:sldIdLst>
    <p:sldId id="306" r:id="rId5"/>
    <p:sldId id="270" r:id="rId6"/>
    <p:sldId id="278" r:id="rId7"/>
    <p:sldId id="317" r:id="rId8"/>
    <p:sldId id="321" r:id="rId9"/>
    <p:sldId id="312" r:id="rId10"/>
    <p:sldId id="313" r:id="rId11"/>
    <p:sldId id="316" r:id="rId12"/>
    <p:sldId id="276" r:id="rId13"/>
  </p:sldIdLst>
  <p:sldSz cx="9906000" cy="6858000" type="A4"/>
  <p:notesSz cx="6805613" cy="9939338"/>
  <p:custDataLst>
    <p:tags r:id="rId16"/>
  </p:custDataLst>
  <p:defaultTextStyle>
    <a:defPPr>
      <a:defRPr lang="ko-KR"/>
    </a:defPPr>
    <a:lvl1pPr marL="0" algn="l" defTabSz="914400" rtl="0" eaLnBrk="1" latinLnBrk="1" hangingPunct="1">
      <a:defRPr sz="1800" kern="1200">
        <a:solidFill>
          <a:schemeClr val="tx1"/>
        </a:solidFill>
        <a:latin typeface="+mn-lt"/>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2" orient="horz" pos="1638" userDrawn="1">
          <p15:clr>
            <a:srgbClr val="A4A3A4"/>
          </p15:clr>
        </p15:guide>
        <p15:guide id="4" pos="4889" userDrawn="1">
          <p15:clr>
            <a:srgbClr val="A4A3A4"/>
          </p15:clr>
        </p15:guide>
        <p15:guide id="5" orient="horz" pos="3816" userDrawn="1">
          <p15:clr>
            <a:srgbClr val="A4A3A4"/>
          </p15:clr>
        </p15:guide>
      </p15:sldGuideLst>
    </p:ext>
    <p:ext uri="{2D200454-40CA-4A62-9FC3-DE9A4176ACB9}">
      <p15:notes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Yang, Seo Yeon [KR]" initials="YSY[" lastIdx="1" clrIdx="0">
    <p:extLst>
      <p:ext uri="{19B8F6BF-5375-455C-9EA6-DF929625EA0E}">
        <p15:presenceInfo xmlns:p15="http://schemas.microsoft.com/office/powerpoint/2012/main" userId="Yang, Seo Yeon [KR]" providerId="Non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D0D8E8"/>
    <a:srgbClr val="00338D"/>
    <a:srgbClr val="0091DA"/>
    <a:srgbClr val="38449C"/>
    <a:srgbClr val="00AFA8"/>
    <a:srgbClr val="000099"/>
    <a:srgbClr val="009CDC"/>
    <a:srgbClr val="E9EDF4"/>
    <a:srgbClr val="FFFFFF"/>
    <a:srgbClr val="483698"/>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B801A38D-18E4-433C-BF54-AF4653D6696F}" v="27" dt="2025-06-27T10:02:46.612"/>
  </p1510:revLst>
</p1510:revInfo>
</file>

<file path=ppt/tableStyles.xml><?xml version="1.0" encoding="utf-8"?>
<a:tblStyleLst xmlns:a="http://schemas.openxmlformats.org/drawingml/2006/main" def="{5C22544A-7EE6-4342-B048-85BDC9FD1C3A}">
  <a:tblStyle styleId="{5C22544A-7EE6-4342-B048-85BDC9FD1C3A}" styleName="보통 스타일 2 - 강조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보통 스타일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2D5ABB26-0587-4C30-8999-92F81FD0307C}" styleName="스타일 없음, 눈금 없음">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2480" autoAdjust="0"/>
    <p:restoredTop sz="94095" autoAdjust="0"/>
  </p:normalViewPr>
  <p:slideViewPr>
    <p:cSldViewPr snapToGrid="0">
      <p:cViewPr>
        <p:scale>
          <a:sx n="125" d="100"/>
          <a:sy n="125" d="100"/>
        </p:scale>
        <p:origin x="996" y="-900"/>
      </p:cViewPr>
      <p:guideLst>
        <p:guide orient="horz" pos="1638"/>
        <p:guide pos="4889"/>
        <p:guide orient="horz" pos="3816"/>
      </p:guideLst>
    </p:cSldViewPr>
  </p:slideViewPr>
  <p:notesTextViewPr>
    <p:cViewPr>
      <p:scale>
        <a:sx n="3" d="2"/>
        <a:sy n="3" d="2"/>
      </p:scale>
      <p:origin x="0" y="0"/>
    </p:cViewPr>
  </p:notesTextViewPr>
  <p:notesViewPr>
    <p:cSldViewPr snapToGrid="0" showGuides="1">
      <p:cViewPr varScale="1">
        <p:scale>
          <a:sx n="75" d="100"/>
          <a:sy n="75" d="100"/>
        </p:scale>
        <p:origin x="4020" y="66"/>
      </p:cViewPr>
      <p:guideLst/>
    </p:cSldViewPr>
  </p:notes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customXml" Target="../customXml/item1.xml"/><Relationship Id="rId2" Type="http://schemas.openxmlformats.org/officeDocument/2006/relationships/customXml" Target="../customXml/item2.xml"/><Relationship Id="rId3" Type="http://schemas.openxmlformats.org/officeDocument/2006/relationships/customXml" Target="../customXml/item3.xml"/><Relationship Id="rId4" Type="http://schemas.openxmlformats.org/officeDocument/2006/relationships/slideMaster" Target="slideMasters/slideMaster1.xml"/><Relationship Id="rId5" Type="http://schemas.openxmlformats.org/officeDocument/2006/relationships/slide" Target="slides/slide1.xml"/><Relationship Id="rId6" Type="http://schemas.openxmlformats.org/officeDocument/2006/relationships/slide" Target="slides/slide2.xml"/><Relationship Id="rId7" Type="http://schemas.openxmlformats.org/officeDocument/2006/relationships/slide" Target="slides/slide3.xml"/><Relationship Id="rId8" Type="http://schemas.openxmlformats.org/officeDocument/2006/relationships/slide" Target="slides/slide4.xml"/><Relationship Id="rId9" Type="http://schemas.openxmlformats.org/officeDocument/2006/relationships/slide" Target="slides/slide5.xml"/><Relationship Id="rId10" Type="http://schemas.openxmlformats.org/officeDocument/2006/relationships/slide" Target="slides/slide6.xml"/><Relationship Id="rId11" Type="http://schemas.openxmlformats.org/officeDocument/2006/relationships/slide" Target="slides/slide7.xml"/><Relationship Id="rId12" Type="http://schemas.openxmlformats.org/officeDocument/2006/relationships/slide" Target="slides/slide8.xml"/><Relationship Id="rId13" Type="http://schemas.openxmlformats.org/officeDocument/2006/relationships/slide" Target="slides/slide9.xml"/><Relationship Id="rId14" Type="http://schemas.openxmlformats.org/officeDocument/2006/relationships/notesMaster" Target="notesMasters/notesMaster1.xml"/><Relationship Id="rId15" Type="http://schemas.openxmlformats.org/officeDocument/2006/relationships/handoutMaster" Target="handoutMasters/handoutMaster1.xml"/><Relationship Id="rId16" Type="http://schemas.openxmlformats.org/officeDocument/2006/relationships/tags" Target="tags/tag1.xml"/><Relationship Id="rId17" Type="http://schemas.openxmlformats.org/officeDocument/2006/relationships/commentAuthors" Target="commentAuthors.xml"/><Relationship Id="rId18" Type="http://schemas.openxmlformats.org/officeDocument/2006/relationships/presProps" Target="presProps.xml"/><Relationship Id="rId19" Type="http://schemas.openxmlformats.org/officeDocument/2006/relationships/viewProps" Target="viewProps.xml"/><Relationship Id="rId20" Type="http://schemas.openxmlformats.org/officeDocument/2006/relationships/theme" Target="theme/theme1.xml"/><Relationship Id="rId21" Type="http://schemas.openxmlformats.org/officeDocument/2006/relationships/tableStyles" Target="tableStyles.xml"/><Relationship Id="rId22" Type="http://schemas.microsoft.com/office/2015/10/relationships/revisionInfo" Target="revisionInfo.xml"/></Relationships>
</file>

<file path=ppt/charts/_rels/chart1.xml.rels><?xml version='1.0' encoding='UTF-8' standalone='yes'?>
<Relationships xmlns="http://schemas.openxmlformats.org/package/2006/relationships"><Relationship Id="rId1" Type="http://schemas.microsoft.com/office/2011/relationships/chartStyle" Target="style1.xml"/><Relationship Id="rId2" Type="http://schemas.microsoft.com/office/2011/relationships/chartColorStyle" Target="colors1.xml"/><Relationship Id="rId3" Type="http://schemas.openxmlformats.org/officeDocument/2006/relationships/package" Target="../embeddings/Microsoft_Excel_Worksheet.xlsx"/></Relationships>
</file>

<file path=ppt/charts/_rels/chart2.xml.rels><?xml version='1.0' encoding='UTF-8' standalone='yes'?>
<Relationships xmlns="http://schemas.openxmlformats.org/package/2006/relationships"><Relationship Id="rId1" Type="http://schemas.microsoft.com/office/2011/relationships/chartStyle" Target="style2.xml"/><Relationship Id="rId2" Type="http://schemas.microsoft.com/office/2011/relationships/chartColorStyle" Target="colors2.xml"/><Relationship Id="rId3" Type="http://schemas.openxmlformats.org/officeDocument/2006/relationships/package" Target="../embeddings/Microsoft_Excel_Worksheet1.xlsx"/></Relationships>
</file>

<file path=ppt/charts/_rels/chart3.xml.rels><?xml version='1.0' encoding='UTF-8' standalone='yes'?>
<Relationships xmlns="http://schemas.openxmlformats.org/package/2006/relationships"><Relationship Id="rId1" Type="http://schemas.microsoft.com/office/2011/relationships/chartStyle" Target="style3.xml"/><Relationship Id="rId2" Type="http://schemas.microsoft.com/office/2011/relationships/chartColorStyle" Target="colors3.xml"/><Relationship Id="rId3" Type="http://schemas.openxmlformats.org/officeDocument/2006/relationships/package" Target="../embeddings/Microsoft_Excel_Worksheet2.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ko-KR"/>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600" b="1" i="0" u="none" strike="noStrike" kern="1200" baseline="0">
                <a:solidFill>
                  <a:srgbClr val="00338D"/>
                </a:solidFill>
                <a:latin typeface="맑은 고딕" panose="020B0503020000020004" pitchFamily="50" charset="-127"/>
                <a:ea typeface="맑은 고딕" panose="020B0503020000020004" pitchFamily="50" charset="-127"/>
                <a:cs typeface="+mn-cs"/>
              </a:defRPr>
            </a:pPr>
            <a:r>
              <a:rPr lang="en-US" altLang="ko-KR" sz="1400" b="1" u="none" kern="0" spc="-50" dirty="0">
                <a:ln>
                  <a:solidFill>
                    <a:srgbClr val="000000">
                      <a:alpha val="0"/>
                    </a:srgbClr>
                  </a:solidFill>
                </a:ln>
                <a:solidFill>
                  <a:srgbClr val="00338D"/>
                </a:solidFill>
                <a:latin typeface="맑은 고딕" panose="020B0503020000020004" pitchFamily="50" charset="-127"/>
                <a:ea typeface="맑은 고딕" pitchFamily="50" charset="-127"/>
                <a:cs typeface="+mn-cs"/>
              </a:rPr>
              <a:t>FTA </a:t>
            </a:r>
            <a:r>
              <a:rPr lang="ko-KR" altLang="en-US" sz="1400" b="1" u="none"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원산지 </a:t>
            </a:r>
            <a:r>
              <a:rPr lang="ko-KR" altLang="en-US" sz="1400" b="1" u="none" kern="0" spc="-50" dirty="0">
                <a:ln>
                  <a:solidFill>
                    <a:srgbClr val="000000">
                      <a:alpha val="0"/>
                    </a:srgbClr>
                  </a:solidFill>
                </a:ln>
                <a:solidFill>
                  <a:srgbClr val="00338D"/>
                </a:solidFill>
                <a:latin typeface="맑은 고딕" panose="020B0503020000020004" pitchFamily="50" charset="-127"/>
                <a:ea typeface="맑은 고딕" pitchFamily="50" charset="-127"/>
                <a:cs typeface="+mn-cs"/>
              </a:rPr>
              <a:t>판정 현황</a:t>
            </a:r>
          </a:p>
        </c:rich>
      </c:tx>
      <c:layout>
        <c:manualLayout>
          <c:xMode val="edge"/>
          <c:yMode val="edge"/>
          <c:x val="0.31037415458937195"/>
          <c:y val="0"/>
        </c:manualLayout>
      </c:layout>
      <c:overlay val="0"/>
      <c:spPr>
        <a:noFill/>
        <a:ln>
          <a:noFill/>
        </a:ln>
        <a:effectLst/>
      </c:spPr>
      <c:txPr>
        <a:bodyPr rot="0" spcFirstLastPara="1" vertOverflow="ellipsis" vert="horz" wrap="square" anchor="ctr" anchorCtr="1"/>
        <a:lstStyle/>
        <a:p>
          <a:pPr>
            <a:defRPr sz="1600" b="1" i="0" u="none" strike="noStrike" kern="1200" baseline="0">
              <a:solidFill>
                <a:srgbClr val="00338D"/>
              </a:solidFill>
              <a:latin typeface="맑은 고딕" panose="020B0503020000020004" pitchFamily="50" charset="-127"/>
              <a:ea typeface="맑은 고딕" panose="020B0503020000020004" pitchFamily="50" charset="-127"/>
              <a:cs typeface="+mn-cs"/>
            </a:defRPr>
          </a:pPr>
          <a:endParaRPr lang="ko-KR"/>
        </a:p>
      </c:txPr>
    </c:title>
    <c:autoTitleDeleted val="0"/>
    <c:plotArea>
      <c:layout/>
      <c:doughnutChart>
        <c:varyColors val="1"/>
        <c:ser>
          <c:idx val="0"/>
          <c:order val="0"/>
          <c:tx>
            <c:strRef>
              <c:f>Sheet1!$B$1</c:f>
              <c:strCache>
                <c:ptCount val="1"/>
                <c:pt idx="0">
                  <c:v/>
                </c:pt>
              </c:strCache>
            </c:strRef>
          </c:tx>
          <c:dPt>
            <c:idx val="0"/>
            <c:bubble3D val="0"/>
            <c:spPr>
              <a:solidFill>
                <a:srgbClr val="38449C"/>
              </a:solidFill>
              <a:ln>
                <a:noFill/>
              </a:ln>
              <a:effectLst>
                <a:outerShdw blurRad="57150" dist="19050" dir="5400000" algn="ctr" rotWithShape="0">
                  <a:srgbClr val="000000">
                    <a:alpha val="63000"/>
                  </a:srgbClr>
                </a:outerShdw>
              </a:effectLst>
            </c:spPr>
            <c:extLst>
              <c:ext xmlns:c16="http://schemas.microsoft.com/office/drawing/2014/chart" uri="{C3380CC4-5D6E-409C-BE32-E72D297353CC}">
                <c16:uniqueId val="{00000001-C056-4122-9360-D9C3EC569F30}"/>
              </c:ext>
            </c:extLst>
          </c:dPt>
          <c:dPt>
            <c:idx val="1"/>
            <c:bubble3D val="0"/>
            <c:spPr>
              <a:solidFill>
                <a:srgbClr val="009CDC"/>
              </a:solidFill>
              <a:ln>
                <a:noFill/>
              </a:ln>
              <a:effectLst>
                <a:outerShdw blurRad="57150" dist="19050" dir="5400000" algn="ctr" rotWithShape="0">
                  <a:srgbClr val="000000">
                    <a:alpha val="63000"/>
                  </a:srgbClr>
                </a:outerShdw>
              </a:effectLst>
            </c:spPr>
            <c:extLst>
              <c:ext xmlns:c16="http://schemas.microsoft.com/office/drawing/2014/chart" uri="{C3380CC4-5D6E-409C-BE32-E72D297353CC}">
                <c16:uniqueId val="{00000003-C056-4122-9360-D9C3EC569F30}"/>
              </c:ext>
            </c:extLst>
          </c:dPt>
          <c:dPt>
            <c:idx val="2"/>
            <c:bubble3D val="0"/>
            <c:spPr>
              <a:solidFill>
                <a:schemeClr val="accent1">
                  <a:lumMod val="40000"/>
                  <a:lumOff val="60000"/>
                </a:schemeClr>
              </a:solidFill>
              <a:ln>
                <a:noFill/>
              </a:ln>
              <a:effectLst>
                <a:outerShdw blurRad="57150" dist="19050" dir="5400000" algn="ctr" rotWithShape="0">
                  <a:srgbClr val="000000">
                    <a:alpha val="63000"/>
                  </a:srgbClr>
                </a:outerShdw>
              </a:effectLst>
            </c:spPr>
            <c:extLst>
              <c:ext xmlns:c16="http://schemas.microsoft.com/office/drawing/2014/chart" uri="{C3380CC4-5D6E-409C-BE32-E72D297353CC}">
                <c16:uniqueId val="{00000005-C056-4122-9360-D9C3EC569F30}"/>
              </c:ext>
            </c:extLst>
          </c:dPt>
          <c:dLbls>
            <c:dLbl>
              <c:idx val="0"/>
              <c:layout>
                <c:manualLayout>
                  <c:x val="0.25944873532068641"/>
                  <c:y val="-2.8216666666666668E-2"/>
                </c:manualLayout>
              </c:layout>
              <c:tx>
                <c:rich>
                  <a:bodyPr rot="0" spcFirstLastPara="1" vertOverflow="clip" horzOverflow="clip" vert="horz" wrap="square" lIns="38100" tIns="19050" rIns="38100" bIns="19050" anchor="ctr" anchorCtr="0">
                    <a:spAutoFit/>
                  </a:bodyPr>
                  <a:lstStyle/>
                  <a:p>
                    <a:pPr algn="ctr" rtl="0">
                      <a:defRPr sz="1000" b="0" i="0" u="none" strike="noStrike" kern="1200" baseline="0">
                        <a:solidFill>
                          <a:srgbClr val="00338D"/>
                        </a:solidFill>
                        <a:latin typeface="맑은 고딕" panose="020B0503020000020004" pitchFamily="50" charset="-127"/>
                        <a:ea typeface="맑은 고딕" panose="020B0503020000020004" pitchFamily="50" charset="-127"/>
                        <a:cs typeface="+mn-cs"/>
                      </a:defRPr>
                    </a:pPr>
                    <a:fld id="{56C6CB7D-79FE-429B-81CD-BE78F9BF8154}" type="CATEGORYNAME">
                      <a:rPr lang="ko-KR" altLang="en-US" sz="1000" b="1" i="0" u="none" strike="noStrike" kern="0" spc="-50" baseline="0">
                        <a:ln>
                          <a:solidFill>
                            <a:srgbClr val="000000">
                              <a:alpha val="0"/>
                            </a:srgbClr>
                          </a:solidFill>
                        </a:ln>
                        <a:solidFill>
                          <a:srgbClr val="00338D"/>
                        </a:solidFill>
                        <a:latin typeface="맑은 고딕" panose="020B0503020000020004" pitchFamily="50" charset="-127"/>
                        <a:ea typeface="맑은 고딕" pitchFamily="50" charset="-127"/>
                        <a:cs typeface="+mn-cs"/>
                      </a:rPr>
                      <a:pPr algn="ctr" rtl="0">
                        <a:defRPr sz="1000">
                          <a:solidFill>
                            <a:srgbClr val="00338D"/>
                          </a:solidFill>
                          <a:latin typeface="맑은 고딕" panose="020B0503020000020004" pitchFamily="50" charset="-127"/>
                          <a:ea typeface="맑은 고딕" panose="020B0503020000020004" pitchFamily="50" charset="-127"/>
                        </a:defRPr>
                      </a:pPr>
                      <a:t>[범주 이름]</a:t>
                    </a:fld>
                    <a:r>
                      <a:rPr lang="ko-KR" altLang="en-US" sz="1000" b="1" i="0" u="none" strike="noStrike" kern="0" spc="-50" baseline="0" dirty="0">
                        <a:ln>
                          <a:solidFill>
                            <a:srgbClr val="000000">
                              <a:alpha val="0"/>
                            </a:srgbClr>
                          </a:solidFill>
                        </a:ln>
                        <a:solidFill>
                          <a:srgbClr val="00338D"/>
                        </a:solidFill>
                        <a:latin typeface="맑은 고딕" panose="020B0503020000020004" pitchFamily="50" charset="-127"/>
                        <a:ea typeface="맑은 고딕" pitchFamily="50" charset="-127"/>
                        <a:cs typeface="+mn-cs"/>
                      </a:rPr>
                      <a:t>
</a:t>
                    </a:r>
                    <a:fld id="{ED695A04-A802-47B5-9E3E-9437D4FC79C6}" type="PERCENTAGE">
                      <a:rPr lang="en-US" altLang="ko-KR" sz="1000" b="1" i="0" u="none" strike="noStrike" kern="0" spc="-50" baseline="0">
                        <a:ln>
                          <a:solidFill>
                            <a:srgbClr val="000000">
                              <a:alpha val="0"/>
                            </a:srgbClr>
                          </a:solidFill>
                        </a:ln>
                        <a:solidFill>
                          <a:srgbClr val="00338D"/>
                        </a:solidFill>
                        <a:latin typeface="맑은 고딕" panose="020B0503020000020004" pitchFamily="50" charset="-127"/>
                        <a:ea typeface="맑은 고딕" pitchFamily="50" charset="-127"/>
                        <a:cs typeface="+mn-cs"/>
                      </a:rPr>
                      <a:pPr algn="ctr" rtl="0">
                        <a:defRPr sz="1000">
                          <a:solidFill>
                            <a:srgbClr val="00338D"/>
                          </a:solidFill>
                          <a:latin typeface="맑은 고딕" panose="020B0503020000020004" pitchFamily="50" charset="-127"/>
                          <a:ea typeface="맑은 고딕" panose="020B0503020000020004" pitchFamily="50" charset="-127"/>
                        </a:defRPr>
                      </a:pPr>
                      <a:t>[백분율]</a:t>
                    </a:fld>
                    <a:endParaRPr lang="ko-KR" altLang="en-US" sz="1000" b="1" i="0" u="none" strike="noStrike" kern="0" spc="-50" baseline="0" dirty="0">
                      <a:ln>
                        <a:solidFill>
                          <a:srgbClr val="000000">
                            <a:alpha val="0"/>
                          </a:srgbClr>
                        </a:solidFill>
                      </a:ln>
                      <a:solidFill>
                        <a:srgbClr val="00338D"/>
                      </a:solidFill>
                      <a:latin typeface="맑은 고딕" panose="020B0503020000020004" pitchFamily="50" charset="-127"/>
                      <a:ea typeface="맑은 고딕" pitchFamily="50" charset="-127"/>
                      <a:cs typeface="+mn-cs"/>
                    </a:endParaRPr>
                  </a:p>
                </c:rich>
              </c:tx>
              <c:numFmt formatCode="0.00%" sourceLinked="0"/>
              <c:spPr>
                <a:noFill/>
                <a:ln w="6350">
                  <a:noFill/>
                </a:ln>
                <a:effectLst/>
              </c:spPr>
              <c:txPr>
                <a:bodyPr rot="0" spcFirstLastPara="1" vertOverflow="clip" horzOverflow="clip" vert="horz" wrap="square" lIns="38100" tIns="19050" rIns="38100" bIns="19050" anchor="ctr" anchorCtr="0">
                  <a:spAutoFit/>
                </a:bodyPr>
                <a:lstStyle/>
                <a:p>
                  <a:pPr algn="ctr" rtl="0">
                    <a:defRPr sz="1000" b="0" i="0" u="none" strike="noStrike" kern="1200" baseline="0">
                      <a:solidFill>
                        <a:srgbClr val="00338D"/>
                      </a:solidFill>
                      <a:latin typeface="맑은 고딕" panose="020B0503020000020004" pitchFamily="50" charset="-127"/>
                      <a:ea typeface="맑은 고딕" panose="020B0503020000020004" pitchFamily="50" charset="-127"/>
                      <a:cs typeface="+mn-cs"/>
                    </a:defRPr>
                  </a:pPr>
                  <a:endParaRPr lang="ko-KR" altLang="en-US"/>
                </a:p>
              </c:txPr>
              <c:showLegendKey val="0"/>
              <c:showVal val="0"/>
              <c:showCatName val="1"/>
              <c:showSerName val="0"/>
              <c:showPercent val="1"/>
              <c:showBubbleSize val="0"/>
              <c:extLst>
                <c:ext xmlns:c15="http://schemas.microsoft.com/office/drawing/2012/chart" uri="{CE6537A1-D6FC-4f65-9D91-7224C49458BB}">
                  <c15:spPr xmlns:c15="http://schemas.microsoft.com/office/drawing/2012/chart">
                    <a:prstGeom prst="wedgeRectCallout">
                      <a:avLst/>
                    </a:prstGeom>
                    <a:noFill/>
                    <a:ln>
                      <a:noFill/>
                    </a:ln>
                  </c15:spPr>
                  <c15:dlblFieldTable/>
                  <c15:showDataLabelsRange val="0"/>
                </c:ext>
                <c:ext xmlns:c16="http://schemas.microsoft.com/office/drawing/2014/chart" uri="{C3380CC4-5D6E-409C-BE32-E72D297353CC}">
                  <c16:uniqueId val="{00000001-C056-4122-9360-D9C3EC569F30}"/>
                </c:ext>
              </c:extLst>
            </c:dLbl>
            <c:dLbl>
              <c:idx val="1"/>
              <c:layout>
                <c:manualLayout>
                  <c:x val="-0.41800790424570916"/>
                  <c:y val="-0.15517740740740738"/>
                </c:manualLayout>
              </c:layout>
              <c:tx>
                <c:rich>
                  <a:bodyPr rot="0" spcFirstLastPara="1" vertOverflow="clip" horzOverflow="clip" vert="horz" wrap="square" lIns="38100" tIns="19050" rIns="38100" bIns="19050" anchor="ctr" anchorCtr="0">
                    <a:spAutoFit/>
                  </a:bodyPr>
                  <a:lstStyle/>
                  <a:p>
                    <a:pPr algn="ctr" rtl="0">
                      <a:defRPr sz="1000" b="0" i="0" u="none" strike="noStrike" kern="1200" baseline="0">
                        <a:solidFill>
                          <a:srgbClr val="00338D"/>
                        </a:solidFill>
                        <a:latin typeface="맑은 고딕" panose="020B0503020000020004" pitchFamily="50" charset="-127"/>
                        <a:ea typeface="맑은 고딕" panose="020B0503020000020004" pitchFamily="50" charset="-127"/>
                        <a:cs typeface="+mn-cs"/>
                      </a:defRPr>
                    </a:pPr>
                    <a:fld id="{4DBED5EC-218F-4CDB-9398-C84B805728F2}" type="CATEGORYNAME">
                      <a:rPr lang="ko-KR" altLang="en-US" sz="1000" b="1" i="0" u="none" strike="noStrike" kern="0" spc="-50" baseline="0">
                        <a:ln>
                          <a:solidFill>
                            <a:srgbClr val="000000">
                              <a:alpha val="0"/>
                            </a:srgbClr>
                          </a:solidFill>
                        </a:ln>
                        <a:solidFill>
                          <a:srgbClr val="C00000"/>
                        </a:solidFill>
                        <a:latin typeface="맑은 고딕" panose="020B0503020000020004" pitchFamily="50" charset="-127"/>
                        <a:ea typeface="맑은 고딕" pitchFamily="50" charset="-127"/>
                        <a:cs typeface="+mn-cs"/>
                      </a:rPr>
                      <a:pPr algn="ctr" rtl="0">
                        <a:defRPr sz="1000">
                          <a:solidFill>
                            <a:srgbClr val="00338D"/>
                          </a:solidFill>
                          <a:latin typeface="맑은 고딕" panose="020B0503020000020004" pitchFamily="50" charset="-127"/>
                          <a:ea typeface="맑은 고딕" panose="020B0503020000020004" pitchFamily="50" charset="-127"/>
                        </a:defRPr>
                      </a:pPr>
                      <a:t>[범주 이름]</a:t>
                    </a:fld>
                    <a:r>
                      <a:rPr lang="ko-KR" altLang="en-US" sz="1000" b="1" i="0" u="none" strike="noStrike" kern="0" spc="-50" baseline="0" dirty="0">
                        <a:ln>
                          <a:solidFill>
                            <a:srgbClr val="000000">
                              <a:alpha val="0"/>
                            </a:srgbClr>
                          </a:solidFill>
                        </a:ln>
                        <a:solidFill>
                          <a:srgbClr val="C00000"/>
                        </a:solidFill>
                        <a:latin typeface="맑은 고딕" panose="020B0503020000020004" pitchFamily="50" charset="-127"/>
                        <a:ea typeface="맑은 고딕" pitchFamily="50" charset="-127"/>
                        <a:cs typeface="+mn-cs"/>
                      </a:rPr>
                      <a:t>
</a:t>
                    </a:r>
                    <a:fld id="{C789C76F-1947-4D6D-BE1C-F321B1E8DF22}" type="PERCENTAGE">
                      <a:rPr lang="en-US" altLang="ko-KR" sz="1000" b="1" i="0" u="none" strike="noStrike" kern="0" spc="-50" baseline="0">
                        <a:ln>
                          <a:solidFill>
                            <a:srgbClr val="000000">
                              <a:alpha val="0"/>
                            </a:srgbClr>
                          </a:solidFill>
                        </a:ln>
                        <a:solidFill>
                          <a:srgbClr val="C00000"/>
                        </a:solidFill>
                        <a:latin typeface="맑은 고딕" panose="020B0503020000020004" pitchFamily="50" charset="-127"/>
                        <a:ea typeface="맑은 고딕" pitchFamily="50" charset="-127"/>
                        <a:cs typeface="+mn-cs"/>
                      </a:rPr>
                      <a:pPr algn="ctr" rtl="0">
                        <a:defRPr sz="1000">
                          <a:solidFill>
                            <a:srgbClr val="00338D"/>
                          </a:solidFill>
                          <a:latin typeface="맑은 고딕" panose="020B0503020000020004" pitchFamily="50" charset="-127"/>
                          <a:ea typeface="맑은 고딕" panose="020B0503020000020004" pitchFamily="50" charset="-127"/>
                        </a:defRPr>
                      </a:pPr>
                      <a:t>[백분율]</a:t>
                    </a:fld>
                    <a:endParaRPr lang="ko-KR" altLang="en-US" sz="1000" b="1" i="0" u="none" strike="noStrike" kern="0" spc="-50" baseline="0" dirty="0">
                      <a:ln>
                        <a:solidFill>
                          <a:srgbClr val="000000">
                            <a:alpha val="0"/>
                          </a:srgbClr>
                        </a:solidFill>
                      </a:ln>
                      <a:solidFill>
                        <a:srgbClr val="C00000"/>
                      </a:solidFill>
                      <a:latin typeface="맑은 고딕" panose="020B0503020000020004" pitchFamily="50" charset="-127"/>
                      <a:ea typeface="맑은 고딕" pitchFamily="50" charset="-127"/>
                      <a:cs typeface="+mn-cs"/>
                    </a:endParaRPr>
                  </a:p>
                </c:rich>
              </c:tx>
              <c:numFmt formatCode="0.00%" sourceLinked="0"/>
              <c:spPr>
                <a:noFill/>
                <a:ln w="6350">
                  <a:noFill/>
                </a:ln>
                <a:effectLst/>
              </c:spPr>
              <c:txPr>
                <a:bodyPr rot="0" spcFirstLastPara="1" vertOverflow="clip" horzOverflow="clip" vert="horz" wrap="square" lIns="38100" tIns="19050" rIns="38100" bIns="19050" anchor="ctr" anchorCtr="0">
                  <a:spAutoFit/>
                </a:bodyPr>
                <a:lstStyle/>
                <a:p>
                  <a:pPr algn="ctr" rtl="0">
                    <a:defRPr sz="1000" b="0" i="0" u="none" strike="noStrike" kern="1200" baseline="0">
                      <a:solidFill>
                        <a:srgbClr val="00338D"/>
                      </a:solidFill>
                      <a:latin typeface="맑은 고딕" panose="020B0503020000020004" pitchFamily="50" charset="-127"/>
                      <a:ea typeface="맑은 고딕" panose="020B0503020000020004" pitchFamily="50" charset="-127"/>
                      <a:cs typeface="+mn-cs"/>
                    </a:defRPr>
                  </a:pPr>
                  <a:endParaRPr lang="ko-KR" altLang="en-US"/>
                </a:p>
              </c:txPr>
              <c:showLegendKey val="0"/>
              <c:showVal val="0"/>
              <c:showCatName val="1"/>
              <c:showSerName val="0"/>
              <c:showPercent val="1"/>
              <c:showBubbleSize val="0"/>
              <c:extLst>
                <c:ext xmlns:c15="http://schemas.microsoft.com/office/drawing/2012/chart" uri="{CE6537A1-D6FC-4f65-9D91-7224C49458BB}">
                  <c15:spPr xmlns:c15="http://schemas.microsoft.com/office/drawing/2012/chart">
                    <a:prstGeom prst="wedgeRectCallout">
                      <a:avLst/>
                    </a:prstGeom>
                    <a:noFill/>
                    <a:ln>
                      <a:noFill/>
                    </a:ln>
                  </c15:spPr>
                  <c15:dlblFieldTable/>
                  <c15:showDataLabelsRange val="0"/>
                </c:ext>
                <c:ext xmlns:c16="http://schemas.microsoft.com/office/drawing/2014/chart" uri="{C3380CC4-5D6E-409C-BE32-E72D297353CC}">
                  <c16:uniqueId val="{00000003-C056-4122-9360-D9C3EC569F30}"/>
                </c:ext>
              </c:extLst>
            </c:dLbl>
            <c:dLbl>
              <c:idx val="2"/>
              <c:layout>
                <c:manualLayout>
                  <c:x val="0.3284080849141825"/>
                  <c:y val="1.4097037037036951E-2"/>
                </c:manualLayout>
              </c:layout>
              <c:tx>
                <c:rich>
                  <a:bodyPr/>
                  <a:lstStyle/>
                  <a:p>
                    <a:fld id="{F4F19E3F-051B-4094-8394-B12DD49BE427}" type="CATEGORYNAME">
                      <a:rPr lang="ko-KR" altLang="en-US" sz="1000" b="1" kern="0" spc="-50">
                        <a:ln>
                          <a:solidFill>
                            <a:srgbClr val="000000">
                              <a:alpha val="0"/>
                            </a:srgbClr>
                          </a:solidFill>
                        </a:ln>
                        <a:solidFill>
                          <a:srgbClr val="00338D"/>
                        </a:solidFill>
                        <a:latin typeface="맑은 고딕" panose="020B0503020000020004" pitchFamily="50" charset="-127"/>
                        <a:ea typeface="맑은 고딕" pitchFamily="50" charset="-127"/>
                        <a:cs typeface="+mn-cs"/>
                      </a:rPr>
                      <a:pPr/>
                      <a:t>[범주 이름]</a:t>
                    </a:fld>
                    <a:r>
                      <a:rPr lang="ko-KR" altLang="en-US" sz="1000" b="1" kern="0" spc="-50" dirty="0">
                        <a:ln>
                          <a:solidFill>
                            <a:srgbClr val="000000">
                              <a:alpha val="0"/>
                            </a:srgbClr>
                          </a:solidFill>
                        </a:ln>
                        <a:solidFill>
                          <a:srgbClr val="00338D"/>
                        </a:solidFill>
                        <a:latin typeface="맑은 고딕" panose="020B0503020000020004" pitchFamily="50" charset="-127"/>
                        <a:ea typeface="맑은 고딕" pitchFamily="50" charset="-127"/>
                        <a:cs typeface="+mn-cs"/>
                      </a:rPr>
                      <a:t>
</a:t>
                    </a:r>
                    <a:fld id="{AB06B38C-44FE-46A9-85BD-D0F1F8CA928B}" type="PERCENTAGE">
                      <a:rPr lang="en-US" altLang="ko-KR" sz="1000" b="1" kern="0" spc="-50">
                        <a:ln>
                          <a:solidFill>
                            <a:srgbClr val="000000">
                              <a:alpha val="0"/>
                            </a:srgbClr>
                          </a:solidFill>
                        </a:ln>
                        <a:solidFill>
                          <a:srgbClr val="00338D"/>
                        </a:solidFill>
                        <a:latin typeface="맑은 고딕" panose="020B0503020000020004" pitchFamily="50" charset="-127"/>
                        <a:ea typeface="맑은 고딕" pitchFamily="50" charset="-127"/>
                        <a:cs typeface="+mn-cs"/>
                      </a:rPr>
                      <a:pPr/>
                      <a:t>[백분율]</a:t>
                    </a:fld>
                    <a:endParaRPr lang="ko-KR" altLang="en-US" sz="1000" b="1" kern="0" spc="-50" dirty="0">
                      <a:ln>
                        <a:solidFill>
                          <a:srgbClr val="000000">
                            <a:alpha val="0"/>
                          </a:srgbClr>
                        </a:solidFill>
                      </a:ln>
                      <a:solidFill>
                        <a:srgbClr val="00338D"/>
                      </a:solidFill>
                      <a:latin typeface="맑은 고딕" panose="020B0503020000020004" pitchFamily="50" charset="-127"/>
                      <a:ea typeface="맑은 고딕" pitchFamily="50" charset="-127"/>
                      <a:cs typeface="+mn-cs"/>
                    </a:endParaRPr>
                  </a:p>
                </c:rich>
              </c:tx>
              <c:showLegendKey val="0"/>
              <c:showVal val="0"/>
              <c:showCatName val="1"/>
              <c:showSerName val="0"/>
              <c:showPercent val="1"/>
              <c:showBubbleSize val="0"/>
              <c:extLst>
                <c:ext xmlns:c15="http://schemas.microsoft.com/office/drawing/2012/chart" uri="{CE6537A1-D6FC-4f65-9D91-7224C49458BB}">
                  <c15:dlblFieldTable/>
                  <c15:showDataLabelsRange val="0"/>
                </c:ext>
                <c:ext xmlns:c16="http://schemas.microsoft.com/office/drawing/2014/chart" uri="{C3380CC4-5D6E-409C-BE32-E72D297353CC}">
                  <c16:uniqueId val="{00000005-C056-4122-9360-D9C3EC569F30}"/>
                </c:ext>
              </c:extLst>
            </c:dLbl>
            <c:numFmt formatCode="0.00%" sourceLinked="0"/>
            <c:spPr>
              <a:noFill/>
              <a:ln w="6350">
                <a:noFill/>
              </a:ln>
              <a:effectLst/>
            </c:spPr>
            <c:txPr>
              <a:bodyPr rot="0" spcFirstLastPara="1" vertOverflow="clip" horzOverflow="clip" vert="horz" wrap="square" lIns="38100" tIns="19050" rIns="38100" bIns="19050" anchor="ctr" anchorCtr="1">
                <a:spAutoFit/>
              </a:bodyPr>
              <a:lstStyle/>
              <a:p>
                <a:pPr>
                  <a:defRPr sz="1000" b="0" i="0" u="none" strike="noStrike" kern="1200" baseline="0">
                    <a:solidFill>
                      <a:srgbClr val="00338D"/>
                    </a:solidFill>
                    <a:latin typeface="맑은 고딕" panose="020B0503020000020004" pitchFamily="50" charset="-127"/>
                    <a:ea typeface="맑은 고딕" panose="020B0503020000020004" pitchFamily="50" charset="-127"/>
                    <a:cs typeface="+mn-cs"/>
                  </a:defRPr>
                </a:pPr>
                <a:endParaRPr lang="ko-KR"/>
              </a:p>
            </c:txPr>
            <c:showLegendKey val="0"/>
            <c:showVal val="0"/>
            <c:showCatName val="1"/>
            <c:showSerName val="0"/>
            <c:showPercent val="1"/>
            <c:showBubbleSize val="0"/>
            <c:showLeaderLines val="1"/>
            <c:leaderLines>
              <c:spPr>
                <a:ln w="9525" cap="flat" cmpd="sng" algn="ctr">
                  <a:solidFill>
                    <a:schemeClr val="tx1">
                      <a:lumMod val="35000"/>
                      <a:lumOff val="65000"/>
                    </a:schemeClr>
                  </a:solidFill>
                  <a:round/>
                </a:ln>
                <a:effectLst/>
              </c:spPr>
            </c:leaderLines>
            <c:extLst>
              <c:ext xmlns:c15="http://schemas.microsoft.com/office/drawing/2012/chart" uri="{CE6537A1-D6FC-4f65-9D91-7224C49458BB}">
                <c15:spPr xmlns:c15="http://schemas.microsoft.com/office/drawing/2012/chart">
                  <a:prstGeom prst="wedgeRectCallout">
                    <a:avLst/>
                  </a:prstGeom>
                  <a:noFill/>
                  <a:ln>
                    <a:noFill/>
                  </a:ln>
                </c15:spPr>
              </c:ext>
            </c:extLst>
          </c:dLbls>
          <c:cat>
            <c:strRef>
              <c:f>Sheet1!$A$2:$A$4</c:f>
              <c:strCache>
                <c:ptCount val="3"/>
                <c:pt idx="0">
                  <c:v>역내산율</c:v>
                </c:pt>
                <c:pt idx="1">
                  <c:v>역외산율</c:v>
                </c:pt>
                <c:pt idx="2">
                  <c:v>판정실패</c:v>
                </c:pt>
              </c:strCache>
            </c:strRef>
          </c:cat>
          <c:val>
            <c:numRef>
              <c:f>Sheet1!$B$2:$B$4</c:f>
              <c:numCache>
                <c:formatCode>General</c:formatCode>
                <c:ptCount val="3"/>
                <c:pt idx="0">
                  <c:v>0.4199</c:v>
                </c:pt>
                <c:pt idx="1">
                  <c:v>0.5453</c:v>
                </c:pt>
                <c:pt idx="2">
                  <c:v>0.0348</c:v>
                </c:pt>
              </c:numCache>
            </c:numRef>
          </c:val>
          <c:extLst>
            <c:ext xmlns:c15="http://schemas.microsoft.com/office/drawing/2012/chart" uri="{02D57815-91ED-43cb-92C2-25804820EDAC}">
              <c15:filteredSeriesTitle>
                <c15:tx>
                  <c:strRef>
                    <c:extLst xmlns:c16="http://schemas.microsoft.com/office/drawing/2014/chart">
                      <c:ext uri="{02D57815-91ED-43cb-92C2-25804820EDAC}">
                        <c15:formulaRef>
                          <c15:sqref>Sheet1!$B$1</c15:sqref>
                        </c15:formulaRef>
                      </c:ext>
                    </c:extLst>
                    <c:strCache>
                      <c:ptCount val="1"/>
                      <c:pt idx="0">
                        <c:v>판정율</c:v>
                      </c:pt>
                    </c:strCache>
                  </c:strRef>
                </c15:tx>
              </c15:filteredSeriesTitle>
            </c:ext>
            <c:ext xmlns:c16="http://schemas.microsoft.com/office/drawing/2014/chart" uri="{C3380CC4-5D6E-409C-BE32-E72D297353CC}">
              <c16:uniqueId val="{00000006-C056-4122-9360-D9C3EC569F30}"/>
            </c:ext>
          </c:extLst>
        </c:ser>
        <c:dLbls>
          <c:showLegendKey val="0"/>
          <c:showVal val="1"/>
          <c:showCatName val="0"/>
          <c:showSerName val="0"/>
          <c:showPercent val="0"/>
          <c:showBubbleSize val="0"/>
          <c:showLeaderLines val="1"/>
        </c:dLbls>
        <c:firstSliceAng val="0"/>
        <c:holeSize val="50"/>
      </c:doughnutChart>
      <c:spPr>
        <a:noFill/>
        <a:ln>
          <a:noFill/>
        </a:ln>
        <a:effectLst/>
      </c:spPr>
    </c:plotArea>
    <c:legend>
      <c:legendPos val="b"/>
      <c:overlay val="0"/>
      <c:spPr>
        <a:noFill/>
        <a:ln>
          <a:noFill/>
        </a:ln>
        <a:effectLst/>
      </c:spPr>
      <c:txPr>
        <a:bodyPr rot="0" spcFirstLastPara="1" vertOverflow="ellipsis" vert="horz" wrap="square" anchor="ctr" anchorCtr="1"/>
        <a:lstStyle/>
        <a:p>
          <a:pPr>
            <a:defRPr sz="800" b="0" i="0" u="none" strike="noStrike" kern="1200" baseline="0">
              <a:solidFill>
                <a:schemeClr val="tx1">
                  <a:lumMod val="65000"/>
                  <a:lumOff val="35000"/>
                </a:schemeClr>
              </a:solidFill>
              <a:latin typeface="맑은 고딕" panose="020B0503020000020004" pitchFamily="50" charset="-127"/>
              <a:ea typeface="맑은 고딕" panose="020B0503020000020004" pitchFamily="50" charset="-127"/>
              <a:cs typeface="+mn-cs"/>
            </a:defRPr>
          </a:pPr>
          <a:endParaRPr lang="ko-KR"/>
        </a:p>
      </c:txPr>
    </c:legend>
    <c:plotVisOnly val="1"/>
    <c:dispBlanksAs val="gap"/>
    <c:showDLblsOverMax val="0"/>
  </c:chart>
  <c:spPr>
    <a:noFill/>
    <a:ln w="6350">
      <a:solidFill>
        <a:schemeClr val="tx2"/>
      </a:solidFill>
    </a:ln>
    <a:effectLst/>
  </c:spPr>
  <c:txPr>
    <a:bodyPr/>
    <a:lstStyle/>
    <a:p>
      <a:pPr>
        <a:defRPr/>
      </a:pPr>
      <a:endParaRPr lang="ko-KR"/>
    </a:p>
  </c:txPr>
  <c:externalData r:id="rId3">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ko-KR"/>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600" b="1" i="0" u="sng" strike="noStrike" kern="1200" baseline="0">
                <a:solidFill>
                  <a:srgbClr val="00338D"/>
                </a:solidFill>
                <a:latin typeface="맑은 고딕" panose="020B0503020000020004" pitchFamily="50" charset="-127"/>
                <a:ea typeface="맑은 고딕" panose="020B0503020000020004" pitchFamily="50" charset="-127"/>
                <a:cs typeface="+mn-cs"/>
              </a:defRPr>
            </a:pPr>
            <a:r>
              <a:rPr lang="ko-KR" altLang="en-US" sz="1400" b="1" u="none" kern="0" spc="-50" dirty="0" err="1">
                <a:ln>
                  <a:solidFill>
                    <a:srgbClr val="000000">
                      <a:alpha val="0"/>
                    </a:srgbClr>
                  </a:solidFill>
                </a:ln>
                <a:solidFill>
                  <a:srgbClr val="00338D"/>
                </a:solidFill>
                <a:latin typeface="맑은 고딕" panose="020B0503020000020004" pitchFamily="50" charset="-127"/>
                <a:ea typeface="맑은 고딕" pitchFamily="50" charset="-127"/>
                <a:cs typeface="+mn-cs"/>
              </a:rPr>
              <a:t>비역내산</a:t>
            </a:r>
            <a:r>
              <a:rPr lang="ko-KR" altLang="en-US" sz="1400" b="1" u="none" kern="0" spc="-50" dirty="0">
                <a:ln>
                  <a:solidFill>
                    <a:srgbClr val="000000">
                      <a:alpha val="0"/>
                    </a:srgbClr>
                  </a:solidFill>
                </a:ln>
                <a:solidFill>
                  <a:srgbClr val="00338D"/>
                </a:solidFill>
                <a:latin typeface="맑은 고딕" panose="020B0503020000020004" pitchFamily="50" charset="-127"/>
                <a:ea typeface="맑은 고딕" pitchFamily="50" charset="-127"/>
                <a:cs typeface="+mn-cs"/>
              </a:rPr>
              <a:t> 판정 상세</a:t>
            </a:r>
          </a:p>
        </c:rich>
      </c:tx>
      <c:layout>
        <c:manualLayout>
          <c:xMode val="edge"/>
          <c:yMode val="edge"/>
          <c:x val="0.34901111111111116"/>
          <c:y val="4.7037037037037039E-3"/>
        </c:manualLayout>
      </c:layout>
      <c:overlay val="0"/>
      <c:spPr>
        <a:noFill/>
        <a:ln>
          <a:noFill/>
        </a:ln>
        <a:effectLst/>
      </c:spPr>
      <c:txPr>
        <a:bodyPr rot="0" spcFirstLastPara="1" vertOverflow="ellipsis" vert="horz" wrap="square" anchor="ctr" anchorCtr="1"/>
        <a:lstStyle/>
        <a:p>
          <a:pPr>
            <a:defRPr sz="1600" b="1" i="0" u="sng" strike="noStrike" kern="1200" baseline="0">
              <a:solidFill>
                <a:srgbClr val="00338D"/>
              </a:solidFill>
              <a:latin typeface="맑은 고딕" panose="020B0503020000020004" pitchFamily="50" charset="-127"/>
              <a:ea typeface="맑은 고딕" panose="020B0503020000020004" pitchFamily="50" charset="-127"/>
              <a:cs typeface="+mn-cs"/>
            </a:defRPr>
          </a:pPr>
          <a:endParaRPr lang="ko-KR"/>
        </a:p>
      </c:txPr>
    </c:title>
    <c:autoTitleDeleted val="0"/>
    <c:plotArea>
      <c:layout/>
      <c:doughnutChart>
        <c:varyColors val="1"/>
        <c:ser>
          <c:idx val="0"/>
          <c:order val="0"/>
          <c:tx>
            <c:strRef>
              <c:f>Sheet1!$B$1</c:f>
              <c:strCache>
                <c:ptCount val="1"/>
                <c:pt idx="0">
                  <c:v/>
                </c:pt>
              </c:strCache>
            </c:strRef>
          </c:tx>
          <c:dPt>
            <c:idx val="0"/>
            <c:bubble3D val="0"/>
            <c:spPr>
              <a:solidFill>
                <a:srgbClr val="38449C"/>
              </a:solidFill>
              <a:ln>
                <a:noFill/>
              </a:ln>
              <a:effectLst>
                <a:outerShdw blurRad="57150" dist="19050" dir="5400000" algn="ctr" rotWithShape="0">
                  <a:srgbClr val="000000">
                    <a:alpha val="63000"/>
                  </a:srgbClr>
                </a:outerShdw>
              </a:effectLst>
            </c:spPr>
            <c:extLst>
              <c:ext xmlns:c16="http://schemas.microsoft.com/office/drawing/2014/chart" uri="{C3380CC4-5D6E-409C-BE32-E72D297353CC}">
                <c16:uniqueId val="{00000001-3CD6-4598-AE2F-A48A4A97C129}"/>
              </c:ext>
            </c:extLst>
          </c:dPt>
          <c:dPt>
            <c:idx val="1"/>
            <c:bubble3D val="0"/>
            <c:spPr>
              <a:solidFill>
                <a:srgbClr val="009CDC"/>
              </a:solidFill>
              <a:ln>
                <a:noFill/>
              </a:ln>
              <a:effectLst>
                <a:outerShdw blurRad="57150" dist="19050" dir="5400000" algn="ctr" rotWithShape="0">
                  <a:srgbClr val="000000">
                    <a:alpha val="63000"/>
                  </a:srgbClr>
                </a:outerShdw>
              </a:effectLst>
            </c:spPr>
            <c:extLst>
              <c:ext xmlns:c16="http://schemas.microsoft.com/office/drawing/2014/chart" uri="{C3380CC4-5D6E-409C-BE32-E72D297353CC}">
                <c16:uniqueId val="{00000003-3CD6-4598-AE2F-A48A4A97C129}"/>
              </c:ext>
            </c:extLst>
          </c:dPt>
          <c:dPt>
            <c:idx val="2"/>
            <c:bubble3D val="0"/>
            <c:spPr>
              <a:solidFill>
                <a:schemeClr val="accent1">
                  <a:lumMod val="40000"/>
                  <a:lumOff val="60000"/>
                </a:schemeClr>
              </a:solidFill>
              <a:ln>
                <a:noFill/>
              </a:ln>
              <a:effectLst>
                <a:outerShdw blurRad="57150" dist="19050" dir="5400000" algn="ctr" rotWithShape="0">
                  <a:srgbClr val="000000">
                    <a:alpha val="63000"/>
                  </a:srgbClr>
                </a:outerShdw>
              </a:effectLst>
            </c:spPr>
            <c:extLst>
              <c:ext xmlns:c16="http://schemas.microsoft.com/office/drawing/2014/chart" uri="{C3380CC4-5D6E-409C-BE32-E72D297353CC}">
                <c16:uniqueId val="{00000005-3CD6-4598-AE2F-A48A4A97C129}"/>
              </c:ext>
            </c:extLst>
          </c:dPt>
          <c:dLbls>
            <c:dLbl>
              <c:idx val="0"/>
              <c:layout>
                <c:manualLayout>
                  <c:x val="0.2311910569105691"/>
                  <c:y val="-4.2369629629629632E-2"/>
                </c:manualLayout>
              </c:layout>
              <c:tx>
                <c:rich>
                  <a:bodyPr rot="0" spcFirstLastPara="1" vertOverflow="clip" horzOverflow="clip" vert="horz" wrap="square" lIns="38100" tIns="19050" rIns="38100" bIns="19050" anchor="ctr" anchorCtr="0">
                    <a:spAutoFit/>
                  </a:bodyPr>
                  <a:lstStyle/>
                  <a:p>
                    <a:pPr algn="ctr" rtl="0">
                      <a:defRPr sz="1000" b="0" i="0" u="none" strike="noStrike" kern="1200" baseline="0">
                        <a:solidFill>
                          <a:srgbClr val="00338D"/>
                        </a:solidFill>
                        <a:latin typeface="맑은 고딕" panose="020B0503020000020004" pitchFamily="50" charset="-127"/>
                        <a:ea typeface="맑은 고딕" panose="020B0503020000020004" pitchFamily="50" charset="-127"/>
                        <a:cs typeface="+mn-cs"/>
                      </a:defRPr>
                    </a:pPr>
                    <a:fld id="{184AF058-1AB9-4DB7-B978-747B2B899224}" type="CATEGORYNAME">
                      <a:rPr lang="ko-KR" altLang="en-US" sz="1000" b="1" i="0" u="none" strike="noStrike" kern="0" spc="-50" baseline="0">
                        <a:ln>
                          <a:solidFill>
                            <a:srgbClr val="000000">
                              <a:alpha val="0"/>
                            </a:srgbClr>
                          </a:solidFill>
                        </a:ln>
                        <a:solidFill>
                          <a:srgbClr val="00338D"/>
                        </a:solidFill>
                        <a:latin typeface="맑은 고딕" panose="020B0503020000020004" pitchFamily="50" charset="-127"/>
                        <a:ea typeface="맑은 고딕" pitchFamily="50" charset="-127"/>
                        <a:cs typeface="+mn-cs"/>
                      </a:rPr>
                      <a:pPr algn="ctr" rtl="0">
                        <a:defRPr sz="1000">
                          <a:solidFill>
                            <a:srgbClr val="00338D"/>
                          </a:solidFill>
                          <a:latin typeface="맑은 고딕" panose="020B0503020000020004" pitchFamily="50" charset="-127"/>
                          <a:ea typeface="맑은 고딕" panose="020B0503020000020004" pitchFamily="50" charset="-127"/>
                        </a:defRPr>
                      </a:pPr>
                      <a:t>[범주 이름]</a:t>
                    </a:fld>
                    <a:r>
                      <a:rPr lang="ko-KR" altLang="en-US" sz="1000" b="1" i="0" u="none" strike="noStrike" kern="0" spc="-50" baseline="0" dirty="0">
                        <a:ln>
                          <a:solidFill>
                            <a:srgbClr val="000000">
                              <a:alpha val="0"/>
                            </a:srgbClr>
                          </a:solidFill>
                        </a:ln>
                        <a:solidFill>
                          <a:srgbClr val="00338D"/>
                        </a:solidFill>
                        <a:latin typeface="맑은 고딕" panose="020B0503020000020004" pitchFamily="50" charset="-127"/>
                        <a:ea typeface="맑은 고딕" pitchFamily="50" charset="-127"/>
                        <a:cs typeface="+mn-cs"/>
                      </a:rPr>
                      <a:t>
</a:t>
                    </a:r>
                    <a:fld id="{B84F4DBC-9FE8-4A67-9DA7-490BE5272DAE}" type="PERCENTAGE">
                      <a:rPr lang="en-US" altLang="ko-KR" sz="1000" b="1" i="0" u="none" strike="noStrike" kern="0" spc="-50" baseline="0">
                        <a:ln>
                          <a:solidFill>
                            <a:srgbClr val="000000">
                              <a:alpha val="0"/>
                            </a:srgbClr>
                          </a:solidFill>
                        </a:ln>
                        <a:solidFill>
                          <a:srgbClr val="00338D"/>
                        </a:solidFill>
                        <a:latin typeface="맑은 고딕" panose="020B0503020000020004" pitchFamily="50" charset="-127"/>
                        <a:ea typeface="맑은 고딕" pitchFamily="50" charset="-127"/>
                        <a:cs typeface="+mn-cs"/>
                      </a:rPr>
                      <a:pPr algn="ctr" rtl="0">
                        <a:defRPr sz="1000">
                          <a:solidFill>
                            <a:srgbClr val="00338D"/>
                          </a:solidFill>
                          <a:latin typeface="맑은 고딕" panose="020B0503020000020004" pitchFamily="50" charset="-127"/>
                          <a:ea typeface="맑은 고딕" panose="020B0503020000020004" pitchFamily="50" charset="-127"/>
                        </a:defRPr>
                      </a:pPr>
                      <a:t>[백분율]</a:t>
                    </a:fld>
                    <a:endParaRPr lang="ko-KR" altLang="en-US" sz="1000" b="1" i="0" u="none" strike="noStrike" kern="0" spc="-50" baseline="0" dirty="0">
                      <a:ln>
                        <a:solidFill>
                          <a:srgbClr val="000000">
                            <a:alpha val="0"/>
                          </a:srgbClr>
                        </a:solidFill>
                      </a:ln>
                      <a:solidFill>
                        <a:srgbClr val="00338D"/>
                      </a:solidFill>
                      <a:latin typeface="맑은 고딕" panose="020B0503020000020004" pitchFamily="50" charset="-127"/>
                      <a:ea typeface="맑은 고딕" pitchFamily="50" charset="-127"/>
                      <a:cs typeface="+mn-cs"/>
                    </a:endParaRPr>
                  </a:p>
                </c:rich>
              </c:tx>
              <c:numFmt formatCode="0.00%" sourceLinked="0"/>
              <c:spPr>
                <a:noFill/>
                <a:ln w="6350">
                  <a:noFill/>
                </a:ln>
                <a:effectLst/>
              </c:spPr>
              <c:txPr>
                <a:bodyPr rot="0" spcFirstLastPara="1" vertOverflow="clip" horzOverflow="clip" vert="horz" wrap="square" lIns="38100" tIns="19050" rIns="38100" bIns="19050" anchor="ctr" anchorCtr="0">
                  <a:spAutoFit/>
                </a:bodyPr>
                <a:lstStyle/>
                <a:p>
                  <a:pPr algn="ctr" rtl="0">
                    <a:defRPr sz="1000" b="0" i="0" u="none" strike="noStrike" kern="1200" baseline="0">
                      <a:solidFill>
                        <a:srgbClr val="00338D"/>
                      </a:solidFill>
                      <a:latin typeface="맑은 고딕" panose="020B0503020000020004" pitchFamily="50" charset="-127"/>
                      <a:ea typeface="맑은 고딕" panose="020B0503020000020004" pitchFamily="50" charset="-127"/>
                      <a:cs typeface="+mn-cs"/>
                    </a:defRPr>
                  </a:pPr>
                  <a:endParaRPr lang="ko-KR" altLang="en-US"/>
                </a:p>
              </c:txPr>
              <c:showLegendKey val="0"/>
              <c:showVal val="0"/>
              <c:showCatName val="1"/>
              <c:showSerName val="0"/>
              <c:showPercent val="1"/>
              <c:showBubbleSize val="0"/>
              <c:extLst>
                <c:ext xmlns:c15="http://schemas.microsoft.com/office/drawing/2012/chart" uri="{CE6537A1-D6FC-4f65-9D91-7224C49458BB}">
                  <c15:spPr xmlns:c15="http://schemas.microsoft.com/office/drawing/2012/chart">
                    <a:prstGeom prst="wedgeRectCallout">
                      <a:avLst/>
                    </a:prstGeom>
                    <a:noFill/>
                    <a:ln>
                      <a:noFill/>
                    </a:ln>
                  </c15:spPr>
                  <c15:dlblFieldTable/>
                  <c15:showDataLabelsRange val="0"/>
                </c:ext>
                <c:ext xmlns:c16="http://schemas.microsoft.com/office/drawing/2014/chart" uri="{C3380CC4-5D6E-409C-BE32-E72D297353CC}">
                  <c16:uniqueId val="{00000001-3CD6-4598-AE2F-A48A4A97C129}"/>
                </c:ext>
              </c:extLst>
            </c:dLbl>
            <c:dLbl>
              <c:idx val="1"/>
              <c:layout>
                <c:manualLayout>
                  <c:x val="-0.17823351400180668"/>
                  <c:y val="0.14115592592592593"/>
                </c:manualLayout>
              </c:layout>
              <c:tx>
                <c:rich>
                  <a:bodyPr rot="0" spcFirstLastPara="1" vertOverflow="clip" horzOverflow="clip" vert="horz" wrap="square" lIns="38100" tIns="19050" rIns="38100" bIns="19050" anchor="ctr" anchorCtr="0">
                    <a:spAutoFit/>
                  </a:bodyPr>
                  <a:lstStyle/>
                  <a:p>
                    <a:pPr algn="ctr" rtl="0">
                      <a:defRPr sz="1000" b="0" i="0" u="none" strike="noStrike" kern="1200" baseline="0">
                        <a:solidFill>
                          <a:srgbClr val="00338D"/>
                        </a:solidFill>
                        <a:latin typeface="맑은 고딕" panose="020B0503020000020004" pitchFamily="50" charset="-127"/>
                        <a:ea typeface="맑은 고딕" panose="020B0503020000020004" pitchFamily="50" charset="-127"/>
                        <a:cs typeface="+mn-cs"/>
                      </a:defRPr>
                    </a:pPr>
                    <a:fld id="{55E4DB82-880B-46F0-A1E6-3552605B4EB2}" type="CATEGORYNAME">
                      <a:rPr lang="ko-KR" altLang="en-US" sz="1000" b="1" i="0" u="none" strike="noStrike" kern="0" spc="-50" baseline="0">
                        <a:ln>
                          <a:solidFill>
                            <a:srgbClr val="000000">
                              <a:alpha val="0"/>
                            </a:srgbClr>
                          </a:solidFill>
                        </a:ln>
                        <a:solidFill>
                          <a:srgbClr val="00338D"/>
                        </a:solidFill>
                        <a:latin typeface="맑은 고딕" panose="020B0503020000020004" pitchFamily="50" charset="-127"/>
                        <a:ea typeface="맑은 고딕" pitchFamily="50" charset="-127"/>
                        <a:cs typeface="+mn-cs"/>
                      </a:rPr>
                      <a:pPr algn="ctr" rtl="0">
                        <a:defRPr sz="1000">
                          <a:solidFill>
                            <a:srgbClr val="00338D"/>
                          </a:solidFill>
                          <a:latin typeface="맑은 고딕" panose="020B0503020000020004" pitchFamily="50" charset="-127"/>
                          <a:ea typeface="맑은 고딕" panose="020B0503020000020004" pitchFamily="50" charset="-127"/>
                        </a:defRPr>
                      </a:pPr>
                      <a:t>[범주 이름]</a:t>
                    </a:fld>
                    <a:r>
                      <a:rPr lang="ko-KR" altLang="en-US" sz="1000" b="1" i="0" u="none" strike="noStrike" kern="0" spc="-50" baseline="0" dirty="0">
                        <a:ln>
                          <a:solidFill>
                            <a:srgbClr val="000000">
                              <a:alpha val="0"/>
                            </a:srgbClr>
                          </a:solidFill>
                        </a:ln>
                        <a:solidFill>
                          <a:srgbClr val="00338D"/>
                        </a:solidFill>
                        <a:latin typeface="맑은 고딕" panose="020B0503020000020004" pitchFamily="50" charset="-127"/>
                        <a:ea typeface="맑은 고딕" pitchFamily="50" charset="-127"/>
                        <a:cs typeface="+mn-cs"/>
                      </a:rPr>
                      <a:t>
</a:t>
                    </a:r>
                    <a:fld id="{B730617D-C01E-4ED8-9C01-9CB14FD171B9}" type="PERCENTAGE">
                      <a:rPr lang="en-US" altLang="ko-KR" sz="1000" b="1" i="0" u="none" strike="noStrike" kern="0" spc="-50" baseline="0">
                        <a:ln>
                          <a:solidFill>
                            <a:srgbClr val="000000">
                              <a:alpha val="0"/>
                            </a:srgbClr>
                          </a:solidFill>
                        </a:ln>
                        <a:solidFill>
                          <a:srgbClr val="00338D"/>
                        </a:solidFill>
                        <a:latin typeface="맑은 고딕" panose="020B0503020000020004" pitchFamily="50" charset="-127"/>
                        <a:ea typeface="맑은 고딕" pitchFamily="50" charset="-127"/>
                        <a:cs typeface="+mn-cs"/>
                      </a:rPr>
                      <a:pPr algn="ctr" rtl="0">
                        <a:defRPr sz="1000">
                          <a:solidFill>
                            <a:srgbClr val="00338D"/>
                          </a:solidFill>
                          <a:latin typeface="맑은 고딕" panose="020B0503020000020004" pitchFamily="50" charset="-127"/>
                          <a:ea typeface="맑은 고딕" panose="020B0503020000020004" pitchFamily="50" charset="-127"/>
                        </a:defRPr>
                      </a:pPr>
                      <a:t>[백분율]</a:t>
                    </a:fld>
                    <a:endParaRPr lang="ko-KR" altLang="en-US" sz="1000" b="1" i="0" u="none" strike="noStrike" kern="0" spc="-50" baseline="0" dirty="0">
                      <a:ln>
                        <a:solidFill>
                          <a:srgbClr val="000000">
                            <a:alpha val="0"/>
                          </a:srgbClr>
                        </a:solidFill>
                      </a:ln>
                      <a:solidFill>
                        <a:srgbClr val="00338D"/>
                      </a:solidFill>
                      <a:latin typeface="맑은 고딕" panose="020B0503020000020004" pitchFamily="50" charset="-127"/>
                      <a:ea typeface="맑은 고딕" pitchFamily="50" charset="-127"/>
                      <a:cs typeface="+mn-cs"/>
                    </a:endParaRPr>
                  </a:p>
                </c:rich>
              </c:tx>
              <c:numFmt formatCode="0.00%" sourceLinked="0"/>
              <c:spPr>
                <a:noFill/>
                <a:ln w="6350">
                  <a:noFill/>
                </a:ln>
                <a:effectLst/>
              </c:spPr>
              <c:txPr>
                <a:bodyPr rot="0" spcFirstLastPara="1" vertOverflow="clip" horzOverflow="clip" vert="horz" wrap="square" lIns="38100" tIns="19050" rIns="38100" bIns="19050" anchor="ctr" anchorCtr="0">
                  <a:spAutoFit/>
                </a:bodyPr>
                <a:lstStyle/>
                <a:p>
                  <a:pPr algn="ctr" rtl="0">
                    <a:defRPr sz="1000" b="0" i="0" u="none" strike="noStrike" kern="1200" baseline="0">
                      <a:solidFill>
                        <a:srgbClr val="00338D"/>
                      </a:solidFill>
                      <a:latin typeface="맑은 고딕" panose="020B0503020000020004" pitchFamily="50" charset="-127"/>
                      <a:ea typeface="맑은 고딕" panose="020B0503020000020004" pitchFamily="50" charset="-127"/>
                      <a:cs typeface="+mn-cs"/>
                    </a:defRPr>
                  </a:pPr>
                  <a:endParaRPr lang="ko-KR" altLang="en-US"/>
                </a:p>
              </c:txPr>
              <c:showLegendKey val="0"/>
              <c:showVal val="0"/>
              <c:showCatName val="1"/>
              <c:showSerName val="0"/>
              <c:showPercent val="1"/>
              <c:showBubbleSize val="0"/>
              <c:extLst>
                <c:ext xmlns:c15="http://schemas.microsoft.com/office/drawing/2012/chart" uri="{CE6537A1-D6FC-4f65-9D91-7224C49458BB}">
                  <c15:spPr xmlns:c15="http://schemas.microsoft.com/office/drawing/2012/chart">
                    <a:prstGeom prst="wedgeRectCallout">
                      <a:avLst/>
                    </a:prstGeom>
                    <a:noFill/>
                    <a:ln>
                      <a:noFill/>
                    </a:ln>
                  </c15:spPr>
                  <c15:dlblFieldTable/>
                  <c15:showDataLabelsRange val="0"/>
                </c:ext>
                <c:ext xmlns:c16="http://schemas.microsoft.com/office/drawing/2014/chart" uri="{C3380CC4-5D6E-409C-BE32-E72D297353CC}">
                  <c16:uniqueId val="{00000003-3CD6-4598-AE2F-A48A4A97C129}"/>
                </c:ext>
              </c:extLst>
            </c:dLbl>
            <c:dLbl>
              <c:idx val="2"/>
              <c:layout>
                <c:manualLayout>
                  <c:x val="-0.21875135501355014"/>
                  <c:y val="-6.1204074074074077E-2"/>
                </c:manualLayout>
              </c:layout>
              <c:tx>
                <c:rich>
                  <a:bodyPr rot="0" spcFirstLastPara="1" vertOverflow="clip" horzOverflow="clip" vert="horz" wrap="square" lIns="38100" tIns="19050" rIns="38100" bIns="19050" anchor="ctr" anchorCtr="0">
                    <a:spAutoFit/>
                  </a:bodyPr>
                  <a:lstStyle/>
                  <a:p>
                    <a:pPr algn="ctr" rtl="0">
                      <a:defRPr sz="1000" b="0" i="0" u="none" strike="noStrike" kern="1200" baseline="0">
                        <a:solidFill>
                          <a:srgbClr val="00338D"/>
                        </a:solidFill>
                        <a:latin typeface="맑은 고딕" panose="020B0503020000020004" pitchFamily="50" charset="-127"/>
                        <a:ea typeface="맑은 고딕" panose="020B0503020000020004" pitchFamily="50" charset="-127"/>
                        <a:cs typeface="+mn-cs"/>
                      </a:defRPr>
                    </a:pPr>
                    <a:fld id="{8A9CC9DC-DED1-4F93-AF84-628FF9EB7C95}" type="CATEGORYNAME">
                      <a:rPr lang="ko-KR" altLang="en-US" sz="1000" b="1" i="0" u="none" strike="noStrike" kern="0" spc="-50" baseline="0">
                        <a:ln>
                          <a:solidFill>
                            <a:srgbClr val="000000">
                              <a:alpha val="0"/>
                            </a:srgbClr>
                          </a:solidFill>
                        </a:ln>
                        <a:solidFill>
                          <a:srgbClr val="00338D"/>
                        </a:solidFill>
                        <a:latin typeface="맑은 고딕" panose="020B0503020000020004" pitchFamily="50" charset="-127"/>
                        <a:ea typeface="맑은 고딕" pitchFamily="50" charset="-127"/>
                        <a:cs typeface="+mn-cs"/>
                      </a:rPr>
                      <a:pPr algn="ctr" rtl="0">
                        <a:defRPr sz="1000">
                          <a:solidFill>
                            <a:srgbClr val="00338D"/>
                          </a:solidFill>
                          <a:latin typeface="맑은 고딕" panose="020B0503020000020004" pitchFamily="50" charset="-127"/>
                          <a:ea typeface="맑은 고딕" panose="020B0503020000020004" pitchFamily="50" charset="-127"/>
                        </a:defRPr>
                      </a:pPr>
                      <a:t>[범주 이름]</a:t>
                    </a:fld>
                    <a:r>
                      <a:rPr lang="ko-KR" altLang="en-US" sz="1000" b="1" i="0" u="none" strike="noStrike" kern="0" spc="-50" baseline="0" dirty="0">
                        <a:ln>
                          <a:solidFill>
                            <a:srgbClr val="000000">
                              <a:alpha val="0"/>
                            </a:srgbClr>
                          </a:solidFill>
                        </a:ln>
                        <a:solidFill>
                          <a:srgbClr val="00338D"/>
                        </a:solidFill>
                        <a:latin typeface="맑은 고딕" panose="020B0503020000020004" pitchFamily="50" charset="-127"/>
                        <a:ea typeface="맑은 고딕" pitchFamily="50" charset="-127"/>
                        <a:cs typeface="+mn-cs"/>
                      </a:rPr>
                      <a:t>
</a:t>
                    </a:r>
                    <a:fld id="{94612F55-23E4-4370-8983-6190CCBD406C}" type="PERCENTAGE">
                      <a:rPr lang="en-US" altLang="ko-KR" sz="1000" b="1" i="0" u="none" strike="noStrike" kern="0" spc="-50" baseline="0">
                        <a:ln>
                          <a:solidFill>
                            <a:srgbClr val="000000">
                              <a:alpha val="0"/>
                            </a:srgbClr>
                          </a:solidFill>
                        </a:ln>
                        <a:solidFill>
                          <a:srgbClr val="00338D"/>
                        </a:solidFill>
                        <a:latin typeface="맑은 고딕" panose="020B0503020000020004" pitchFamily="50" charset="-127"/>
                        <a:ea typeface="맑은 고딕" pitchFamily="50" charset="-127"/>
                        <a:cs typeface="+mn-cs"/>
                      </a:rPr>
                      <a:pPr algn="ctr" rtl="0">
                        <a:defRPr sz="1000">
                          <a:solidFill>
                            <a:srgbClr val="00338D"/>
                          </a:solidFill>
                          <a:latin typeface="맑은 고딕" panose="020B0503020000020004" pitchFamily="50" charset="-127"/>
                          <a:ea typeface="맑은 고딕" panose="020B0503020000020004" pitchFamily="50" charset="-127"/>
                        </a:defRPr>
                      </a:pPr>
                      <a:t>[백분율]</a:t>
                    </a:fld>
                    <a:endParaRPr lang="ko-KR" altLang="en-US" sz="1000" b="1" i="0" u="none" strike="noStrike" kern="0" spc="-50" baseline="0" dirty="0">
                      <a:ln>
                        <a:solidFill>
                          <a:srgbClr val="000000">
                            <a:alpha val="0"/>
                          </a:srgbClr>
                        </a:solidFill>
                      </a:ln>
                      <a:solidFill>
                        <a:srgbClr val="00338D"/>
                      </a:solidFill>
                      <a:latin typeface="맑은 고딕" panose="020B0503020000020004" pitchFamily="50" charset="-127"/>
                      <a:ea typeface="맑은 고딕" pitchFamily="50" charset="-127"/>
                      <a:cs typeface="+mn-cs"/>
                    </a:endParaRPr>
                  </a:p>
                </c:rich>
              </c:tx>
              <c:numFmt formatCode="0.00%" sourceLinked="0"/>
              <c:spPr>
                <a:noFill/>
                <a:ln w="6350">
                  <a:noFill/>
                </a:ln>
                <a:effectLst/>
              </c:spPr>
              <c:txPr>
                <a:bodyPr rot="0" spcFirstLastPara="1" vertOverflow="clip" horzOverflow="clip" vert="horz" wrap="square" lIns="38100" tIns="19050" rIns="38100" bIns="19050" anchor="ctr" anchorCtr="0">
                  <a:spAutoFit/>
                </a:bodyPr>
                <a:lstStyle/>
                <a:p>
                  <a:pPr algn="ctr" rtl="0">
                    <a:defRPr sz="1000" b="0" i="0" u="none" strike="noStrike" kern="1200" baseline="0">
                      <a:solidFill>
                        <a:srgbClr val="00338D"/>
                      </a:solidFill>
                      <a:latin typeface="맑은 고딕" panose="020B0503020000020004" pitchFamily="50" charset="-127"/>
                      <a:ea typeface="맑은 고딕" panose="020B0503020000020004" pitchFamily="50" charset="-127"/>
                      <a:cs typeface="+mn-cs"/>
                    </a:defRPr>
                  </a:pPr>
                  <a:endParaRPr lang="ko-KR" altLang="en-US"/>
                </a:p>
              </c:txPr>
              <c:showLegendKey val="0"/>
              <c:showVal val="0"/>
              <c:showCatName val="1"/>
              <c:showSerName val="0"/>
              <c:showPercent val="1"/>
              <c:showBubbleSize val="0"/>
              <c:extLst>
                <c:ext xmlns:c15="http://schemas.microsoft.com/office/drawing/2012/chart" uri="{CE6537A1-D6FC-4f65-9D91-7224C49458BB}">
                  <c15:spPr xmlns:c15="http://schemas.microsoft.com/office/drawing/2012/chart">
                    <a:prstGeom prst="wedgeRectCallout">
                      <a:avLst/>
                    </a:prstGeom>
                    <a:noFill/>
                    <a:ln>
                      <a:noFill/>
                    </a:ln>
                  </c15:spPr>
                  <c15:dlblFieldTable/>
                  <c15:showDataLabelsRange val="0"/>
                </c:ext>
                <c:ext xmlns:c16="http://schemas.microsoft.com/office/drawing/2014/chart" uri="{C3380CC4-5D6E-409C-BE32-E72D297353CC}">
                  <c16:uniqueId val="{00000005-3CD6-4598-AE2F-A48A4A97C129}"/>
                </c:ext>
              </c:extLst>
            </c:dLbl>
            <c:numFmt formatCode="0.00%" sourceLinked="0"/>
            <c:spPr>
              <a:noFill/>
              <a:ln w="6350">
                <a:noFill/>
              </a:ln>
              <a:effectLst/>
            </c:spPr>
            <c:txPr>
              <a:bodyPr rot="0" spcFirstLastPara="1" vertOverflow="clip" horzOverflow="clip" vert="horz" wrap="square" lIns="38100" tIns="19050" rIns="38100" bIns="19050" anchor="ctr" anchorCtr="1">
                <a:spAutoFit/>
              </a:bodyPr>
              <a:lstStyle/>
              <a:p>
                <a:pPr>
                  <a:defRPr sz="1000" b="0" i="0" u="none" strike="noStrike" kern="1200" baseline="0">
                    <a:solidFill>
                      <a:srgbClr val="00338D"/>
                    </a:solidFill>
                    <a:latin typeface="맑은 고딕" panose="020B0503020000020004" pitchFamily="50" charset="-127"/>
                    <a:ea typeface="맑은 고딕" panose="020B0503020000020004" pitchFamily="50" charset="-127"/>
                    <a:cs typeface="+mn-cs"/>
                  </a:defRPr>
                </a:pPr>
                <a:endParaRPr lang="ko-KR"/>
              </a:p>
            </c:txPr>
            <c:showLegendKey val="0"/>
            <c:showVal val="0"/>
            <c:showCatName val="1"/>
            <c:showSerName val="0"/>
            <c:showPercent val="1"/>
            <c:showBubbleSize val="0"/>
            <c:showLeaderLines val="1"/>
            <c:leaderLines>
              <c:spPr>
                <a:ln w="6350" cap="flat" cmpd="sng" algn="ctr">
                  <a:solidFill>
                    <a:schemeClr val="tx1"/>
                  </a:solidFill>
                  <a:round/>
                  <a:headEnd type="oval"/>
                  <a:tailEnd type="none"/>
                </a:ln>
                <a:effectLst/>
              </c:spPr>
            </c:leaderLines>
            <c:extLst>
              <c:ext xmlns:c15="http://schemas.microsoft.com/office/drawing/2012/chart" uri="{CE6537A1-D6FC-4f65-9D91-7224C49458BB}">
                <c15:spPr xmlns:c15="http://schemas.microsoft.com/office/drawing/2012/chart">
                  <a:prstGeom prst="wedgeRectCallout">
                    <a:avLst/>
                  </a:prstGeom>
                  <a:noFill/>
                  <a:ln>
                    <a:noFill/>
                  </a:ln>
                </c15:spPr>
              </c:ext>
            </c:extLst>
          </c:dLbls>
          <c:cat>
            <c:strRef>
              <c:f>Sheet1!$A$2:$A$4</c:f>
              <c:strCache>
                <c:ptCount val="3"/>
                <c:pt idx="0">
                  <c:v>세번변경기준</c:v>
                </c:pt>
                <c:pt idx="1">
                  <c:v>부가가치기준</c:v>
                </c:pt>
                <c:pt idx="2">
                  <c:v>조합기준</c:v>
                </c:pt>
              </c:strCache>
            </c:strRef>
          </c:cat>
          <c:val>
            <c:numRef>
              <c:f>Sheet1!$B$2:$B$4</c:f>
              <c:numCache>
                <c:formatCode>General</c:formatCode>
                <c:ptCount val="3"/>
                <c:pt idx="0">
                  <c:v>0.7495999999999999</c:v>
                </c:pt>
                <c:pt idx="1">
                  <c:v>0.1241</c:v>
                </c:pt>
                <c:pt idx="2">
                  <c:v>0.1263</c:v>
                </c:pt>
              </c:numCache>
            </c:numRef>
          </c:val>
          <c:extLst>
            <c:ext xmlns:c15="http://schemas.microsoft.com/office/drawing/2012/chart" uri="{02D57815-91ED-43cb-92C2-25804820EDAC}">
              <c15:filteredSeriesTitle>
                <c15:tx>
                  <c:strRef>
                    <c:extLst>
                      <c:ext uri="{02D57815-91ED-43cb-92C2-25804820EDAC}">
                        <c15:formulaRef>
                          <c15:sqref>Sheet1!$B$1</c15:sqref>
                        </c15:formulaRef>
                      </c:ext>
                    </c:extLst>
                    <c:strCache>
                      <c:ptCount val="1"/>
                      <c:pt idx="0">
                        <c:v>판정율</c:v>
                      </c:pt>
                    </c:strCache>
                  </c:strRef>
                </c15:tx>
              </c15:filteredSeriesTitle>
            </c:ext>
            <c:ext xmlns:c16="http://schemas.microsoft.com/office/drawing/2014/chart" uri="{C3380CC4-5D6E-409C-BE32-E72D297353CC}">
              <c16:uniqueId val="{00000006-3CD6-4598-AE2F-A48A4A97C129}"/>
            </c:ext>
          </c:extLst>
        </c:ser>
        <c:dLbls>
          <c:showLegendKey val="0"/>
          <c:showVal val="1"/>
          <c:showCatName val="0"/>
          <c:showSerName val="0"/>
          <c:showPercent val="0"/>
          <c:showBubbleSize val="0"/>
          <c:showLeaderLines val="1"/>
        </c:dLbls>
        <c:firstSliceAng val="0"/>
        <c:holeSize val="50"/>
      </c:doughnutChart>
      <c:spPr>
        <a:noFill/>
        <a:ln>
          <a:noFill/>
        </a:ln>
        <a:effectLst/>
      </c:spPr>
    </c:plotArea>
    <c:legend>
      <c:legendPos val="b"/>
      <c:overlay val="0"/>
      <c:spPr>
        <a:noFill/>
        <a:ln>
          <a:noFill/>
        </a:ln>
        <a:effectLst/>
      </c:spPr>
      <c:txPr>
        <a:bodyPr rot="0" spcFirstLastPara="1" vertOverflow="ellipsis" vert="horz" wrap="square" anchor="ctr" anchorCtr="1"/>
        <a:lstStyle/>
        <a:p>
          <a:pPr>
            <a:defRPr sz="800" b="0" i="0" u="none" strike="noStrike" kern="1200" baseline="0">
              <a:solidFill>
                <a:schemeClr val="tx1">
                  <a:lumMod val="65000"/>
                  <a:lumOff val="35000"/>
                </a:schemeClr>
              </a:solidFill>
              <a:latin typeface="맑은 고딕" panose="020B0503020000020004" pitchFamily="50" charset="-127"/>
              <a:ea typeface="맑은 고딕" panose="020B0503020000020004" pitchFamily="50" charset="-127"/>
              <a:cs typeface="+mn-cs"/>
            </a:defRPr>
          </a:pPr>
          <a:endParaRPr lang="ko-KR"/>
        </a:p>
      </c:txPr>
    </c:legend>
    <c:plotVisOnly val="1"/>
    <c:dispBlanksAs val="gap"/>
    <c:showDLblsOverMax val="0"/>
  </c:chart>
  <c:spPr>
    <a:noFill/>
    <a:ln w="6350">
      <a:solidFill>
        <a:schemeClr val="tx2"/>
      </a:solidFill>
    </a:ln>
    <a:effectLst/>
  </c:spPr>
  <c:txPr>
    <a:bodyPr/>
    <a:lstStyle/>
    <a:p>
      <a:pPr>
        <a:defRPr/>
      </a:pPr>
      <a:endParaRPr lang="ko-KR"/>
    </a:p>
  </c:txPr>
  <c:externalData r:id="rId3">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ko-KR"/>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400" b="0" i="0" u="none" strike="noStrike" kern="1200" spc="0" baseline="0">
                <a:solidFill>
                  <a:schemeClr val="tx1"/>
                </a:solidFill>
                <a:latin typeface="태백체" pitchFamily="50" charset="-127"/>
                <a:ea typeface="태백체" pitchFamily="50" charset="-127"/>
                <a:cs typeface="+mn-cs"/>
              </a:defRPr>
            </a:pPr>
            <a:r>
              <a:rPr lang="ko-KR" altLang="en-US" sz="1200" b="1" kern="0" spc="-50" dirty="0">
                <a:ln>
                  <a:solidFill>
                    <a:srgbClr val="000000">
                      <a:alpha val="0"/>
                    </a:srgbClr>
                  </a:solidFill>
                </a:ln>
                <a:solidFill>
                  <a:srgbClr val="00338D"/>
                </a:solidFill>
                <a:latin typeface="맑은 고딕" panose="020B0503020000020004" pitchFamily="50" charset="-127"/>
                <a:ea typeface="맑은 고딕" pitchFamily="50" charset="-127"/>
                <a:cs typeface="+mn-cs"/>
              </a:rPr>
              <a:t>원산지 판정 에러 현황</a:t>
            </a:r>
          </a:p>
        </c:rich>
      </c:tx>
      <c:overlay val="0"/>
      <c:spPr>
        <a:noFill/>
        <a:ln>
          <a:noFill/>
        </a:ln>
        <a:effectLst/>
      </c:spPr>
      <c:txPr>
        <a:bodyPr rot="0" spcFirstLastPara="1" vertOverflow="ellipsis" vert="horz" wrap="square" anchor="ctr" anchorCtr="1"/>
        <a:lstStyle/>
        <a:p>
          <a:pPr>
            <a:defRPr sz="1400" b="0" i="0" u="none" strike="noStrike" kern="1200" spc="0" baseline="0">
              <a:solidFill>
                <a:schemeClr val="tx1"/>
              </a:solidFill>
              <a:latin typeface="태백체" pitchFamily="50" charset="-127"/>
              <a:ea typeface="태백체" pitchFamily="50" charset="-127"/>
              <a:cs typeface="+mn-cs"/>
            </a:defRPr>
          </a:pPr>
          <a:endParaRPr lang="ko-KR"/>
        </a:p>
      </c:txPr>
    </c:title>
    <c:autoTitleDeleted val="0"/>
    <c:plotArea>
      <c:layout/>
      <c:barChart>
        <c:barDir val="col"/>
        <c:grouping val="clustered"/>
        <c:varyColors val="0"/>
        <c:ser>
          <c:idx val="0"/>
          <c:order val="0"/>
          <c:tx>
            <c:strRef>
              <c:f>Sheet1!$B$1</c:f>
              <c:strCache>
                <c:ptCount val="1"/>
                <c:pt idx="0">
                  <c:v>특혜</c:v>
                </c:pt>
              </c:strCache>
            </c:strRef>
          </c:tx>
          <c:spPr>
            <a:solidFill>
              <a:srgbClr val="00338D"/>
            </a:solidFill>
            <a:ln>
              <a:noFill/>
            </a:ln>
            <a:effectLst/>
          </c:spPr>
          <c:invertIfNegative val="0"/>
          <c:cat>
            <c:strRef>
              <c:f>Sheet1!$A$2:$A$5</c:f>
              <c:strCache>
                <c:ptCount val="4"/>
                <c:pt idx="0">
                  <c:v>BOM 누락</c:v>
                </c:pt>
                <c:pt idx="1">
                  <c:v>HS코드 누락</c:v>
                </c:pt>
                <c:pt idx="2">
                  <c:v>원재료 단가</c:v>
                </c:pt>
                <c:pt idx="3">
                  <c:v>기타</c:v>
                </c:pt>
              </c:strCache>
            </c:strRef>
          </c:cat>
          <c:val>
            <c:numRef>
              <c:f>Sheet1!$B$2:$B$5</c:f>
              <c:numCache>
                <c:formatCode>General</c:formatCode>
                <c:ptCount val="4"/>
                <c:pt idx="0">
                  <c:v>0.0</c:v>
                </c:pt>
                <c:pt idx="1">
                  <c:v>0.0</c:v>
                </c:pt>
                <c:pt idx="2">
                  <c:v>30.0</c:v>
                </c:pt>
                <c:pt idx="3">
                  <c:v>355.0</c:v>
                </c:pt>
              </c:numCache>
            </c:numRef>
          </c:val>
          <c:extLst>
            <c:ext xmlns:c16="http://schemas.microsoft.com/office/drawing/2014/chart" uri="{C3380CC4-5D6E-409C-BE32-E72D297353CC}">
              <c16:uniqueId val="{00000005-C594-41DF-B19F-3EF5AACF3381}"/>
            </c:ext>
          </c:extLst>
        </c:ser>
        <c:dLbls>
          <c:showLegendKey val="0"/>
          <c:showVal val="0"/>
          <c:showCatName val="0"/>
          <c:showSerName val="0"/>
          <c:showPercent val="0"/>
          <c:showBubbleSize val="0"/>
        </c:dLbls>
        <c:gapWidth val="150"/>
        <c:axId val="1699221280"/>
        <c:axId val="1699222720"/>
      </c:barChart>
      <c:catAx>
        <c:axId val="1699221280"/>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lang="en-US" altLang="ko-KR" sz="1200" b="1" i="0" u="none" strike="noStrike" kern="0" spc="-50" baseline="0">
                <a:ln>
                  <a:solidFill>
                    <a:srgbClr val="000000">
                      <a:alpha val="0"/>
                    </a:srgbClr>
                  </a:solidFill>
                </a:ln>
                <a:solidFill>
                  <a:srgbClr val="00338D"/>
                </a:solidFill>
                <a:latin typeface="맑은 고딕" panose="020B0503020000020004" pitchFamily="50" charset="-127"/>
                <a:ea typeface="맑은 고딕" pitchFamily="50" charset="-127"/>
                <a:cs typeface="+mn-cs"/>
              </a:defRPr>
            </a:pPr>
            <a:endParaRPr lang="ko-KR"/>
          </a:p>
        </c:txPr>
        <c:crossAx val="1699222720"/>
        <c:crosses val="autoZero"/>
        <c:auto val="1"/>
        <c:lblAlgn val="ctr"/>
        <c:lblOffset val="100"/>
        <c:noMultiLvlLbl val="0"/>
      </c:catAx>
      <c:valAx>
        <c:axId val="1699222720"/>
        <c:scaling>
          <c:orientation val="minMax"/>
        </c:scaling>
        <c:delete val="0"/>
        <c:axPos val="l"/>
        <c:majorGridlines>
          <c:spPr>
            <a:ln w="19050"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lang="en-US" altLang="ko-KR" sz="1200" b="1" i="0" u="none" strike="noStrike" kern="0" spc="-50" baseline="0">
                <a:ln>
                  <a:solidFill>
                    <a:srgbClr val="000000">
                      <a:alpha val="0"/>
                    </a:srgbClr>
                  </a:solidFill>
                </a:ln>
                <a:solidFill>
                  <a:srgbClr val="00338D"/>
                </a:solidFill>
                <a:latin typeface="맑은 고딕" panose="020B0503020000020004" pitchFamily="50" charset="-127"/>
                <a:ea typeface="맑은 고딕" pitchFamily="50" charset="-127"/>
                <a:cs typeface="+mn-cs"/>
              </a:defRPr>
            </a:pPr>
            <a:endParaRPr lang="ko-KR"/>
          </a:p>
        </c:txPr>
        <c:crossAx val="1699221280"/>
        <c:crosses val="autoZero"/>
        <c:crossBetween val="between"/>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ko-KR"/>
    </a:p>
  </c:txPr>
  <c:externalData r:id="rId3">
    <c:autoUpdate val="0"/>
  </c:externalData>
</c:chartSpace>
</file>

<file path=ppt/charts/colors1.xml><?xml version="1.0" encoding="utf-8"?>
<cs:colorStyle xmlns:cs="http://schemas.microsoft.com/office/drawing/2012/chartStyle" xmlns:a="http://schemas.openxmlformats.org/drawingml/2006/main" meth="cycle" id="11">
  <a:schemeClr val="accent1"/>
  <a:schemeClr val="accent3"/>
  <a:schemeClr val="accent5"/>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3.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344">
  <cs:axisTitle>
    <cs:lnRef idx="0"/>
    <cs:fillRef idx="0"/>
    <cs:effectRef idx="0"/>
    <cs:fontRef idx="minor">
      <a:schemeClr val="tx1">
        <a:lumMod val="65000"/>
        <a:lumOff val="35000"/>
      </a:schemeClr>
    </cs:fontRef>
    <cs:defRPr sz="1197" kern="1200"/>
  </cs:axisTitle>
  <cs:categoryAxis>
    <cs:lnRef idx="0"/>
    <cs:fillRef idx="0"/>
    <cs:effectRef idx="0"/>
    <cs:fontRef idx="minor">
      <a:schemeClr val="tx1">
        <a:lumMod val="65000"/>
        <a:lumOff val="35000"/>
      </a:schemeClr>
    </cs:fontRef>
    <cs:spPr>
      <a:ln w="12700"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2"/>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3">
      <cs:styleClr val="auto"/>
    </cs:fillRef>
    <cs:effectRef idx="3"/>
    <cs:fontRef idx="minor">
      <a:schemeClr val="tx1"/>
    </cs:fontRef>
  </cs:dataPoint>
  <cs:dataPoint3D>
    <cs:lnRef idx="0"/>
    <cs:fillRef idx="3">
      <cs:styleClr val="auto"/>
    </cs:fillRef>
    <cs:effectRef idx="3"/>
    <cs:fontRef idx="minor">
      <a:schemeClr val="tx1"/>
    </cs:fontRef>
  </cs:dataPoint3D>
  <cs:dataPointLine>
    <cs:lnRef idx="0">
      <cs:styleClr val="auto"/>
    </cs:lnRef>
    <cs:fillRef idx="3"/>
    <cs:effectRef idx="3"/>
    <cs:fontRef idx="minor">
      <a:schemeClr val="tx1"/>
    </cs:fontRef>
    <cs:spPr>
      <a:ln w="34925" cap="rnd">
        <a:solidFill>
          <a:schemeClr val="phClr"/>
        </a:solidFill>
        <a:round/>
      </a:ln>
    </cs:spPr>
  </cs:dataPointLine>
  <cs:dataPointMarker>
    <cs:lnRef idx="0">
      <cs:styleClr val="auto"/>
    </cs:lnRef>
    <cs:fillRef idx="3">
      <cs:styleClr val="auto"/>
    </cs:fillRef>
    <cs:effectRef idx="3"/>
    <cs:fontRef idx="minor">
      <a:schemeClr val="tx1"/>
    </cs:fontRef>
    <cs:spPr>
      <a:ln w="9525">
        <a:solidFill>
          <a:schemeClr val="phClr"/>
        </a:solidFill>
        <a:round/>
      </a:ln>
    </cs:spPr>
  </cs:dataPointMarker>
  <cs:dataPointMarkerLayout symbol="circle" size="6"/>
  <cs:dataPointWireframe>
    <cs:lnRef idx="0">
      <cs:styleClr val="auto"/>
    </cs:lnRef>
    <cs:fillRef idx="3"/>
    <cs:effectRef idx="3"/>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lt1"/>
    </cs:fontRef>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cs:lnRef idx="0"/>
    <cs:fillRef idx="0"/>
    <cs:effectRef idx="0"/>
    <cs:fontRef idx="minor">
      <a:schemeClr val="lt1"/>
    </cs:fontRef>
  </cs:plotArea>
  <cs:plotArea3D>
    <cs:lnRef idx="0"/>
    <cs:fillRef idx="0"/>
    <cs:effectRef idx="0"/>
    <cs:fontRef idx="minor">
      <a:schemeClr val="lt1"/>
    </cs:fontRef>
  </cs:plotArea3D>
  <cs:seriesAxis>
    <cs:lnRef idx="0"/>
    <cs:fillRef idx="0"/>
    <cs:effectRef idx="0"/>
    <cs:fontRef idx="minor">
      <a:schemeClr val="tx1">
        <a:lumMod val="65000"/>
        <a:lumOff val="35000"/>
      </a:schemeClr>
    </cs:fontRef>
    <cs:spPr>
      <a:ln w="12700" cap="flat" cmpd="sng" algn="ctr">
        <a:solidFill>
          <a:schemeClr val="tx1">
            <a:lumMod val="15000"/>
            <a:lumOff val="85000"/>
          </a:schemeClr>
        </a:solidFill>
        <a:round/>
      </a:ln>
    </cs:spPr>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2128" b="1" kern="1200" baseline="0"/>
  </cs:title>
  <cs:trendline>
    <cs:lnRef idx="0">
      <cs:styleClr val="auto"/>
    </cs:lnRef>
    <cs:fillRef idx="0"/>
    <cs:effectRef idx="0"/>
    <cs:fontRef idx="minor">
      <a:schemeClr val="lt1"/>
    </cs:fontRef>
    <cs:spPr>
      <a:ln w="19050" cap="rnd">
        <a:solidFill>
          <a:schemeClr val="phClr"/>
        </a:solidFill>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lt1"/>
    </cs:fontRef>
  </cs:wall>
</cs:chartStyle>
</file>

<file path=ppt/charts/style2.xml><?xml version="1.0" encoding="utf-8"?>
<cs:chartStyle xmlns:cs="http://schemas.microsoft.com/office/drawing/2012/chartStyle" xmlns:a="http://schemas.openxmlformats.org/drawingml/2006/main" id="344">
  <cs:axisTitle>
    <cs:lnRef idx="0"/>
    <cs:fillRef idx="0"/>
    <cs:effectRef idx="0"/>
    <cs:fontRef idx="minor">
      <a:schemeClr val="tx1">
        <a:lumMod val="65000"/>
        <a:lumOff val="35000"/>
      </a:schemeClr>
    </cs:fontRef>
    <cs:defRPr sz="1197" kern="1200"/>
  </cs:axisTitle>
  <cs:categoryAxis>
    <cs:lnRef idx="0"/>
    <cs:fillRef idx="0"/>
    <cs:effectRef idx="0"/>
    <cs:fontRef idx="minor">
      <a:schemeClr val="tx1">
        <a:lumMod val="65000"/>
        <a:lumOff val="35000"/>
      </a:schemeClr>
    </cs:fontRef>
    <cs:spPr>
      <a:ln w="12700"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2"/>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3">
      <cs:styleClr val="auto"/>
    </cs:fillRef>
    <cs:effectRef idx="3"/>
    <cs:fontRef idx="minor">
      <a:schemeClr val="tx1"/>
    </cs:fontRef>
  </cs:dataPoint>
  <cs:dataPoint3D>
    <cs:lnRef idx="0"/>
    <cs:fillRef idx="3">
      <cs:styleClr val="auto"/>
    </cs:fillRef>
    <cs:effectRef idx="3"/>
    <cs:fontRef idx="minor">
      <a:schemeClr val="tx1"/>
    </cs:fontRef>
  </cs:dataPoint3D>
  <cs:dataPointLine>
    <cs:lnRef idx="0">
      <cs:styleClr val="auto"/>
    </cs:lnRef>
    <cs:fillRef idx="3"/>
    <cs:effectRef idx="3"/>
    <cs:fontRef idx="minor">
      <a:schemeClr val="tx1"/>
    </cs:fontRef>
    <cs:spPr>
      <a:ln w="34925" cap="rnd">
        <a:solidFill>
          <a:schemeClr val="phClr"/>
        </a:solidFill>
        <a:round/>
      </a:ln>
    </cs:spPr>
  </cs:dataPointLine>
  <cs:dataPointMarker>
    <cs:lnRef idx="0">
      <cs:styleClr val="auto"/>
    </cs:lnRef>
    <cs:fillRef idx="3">
      <cs:styleClr val="auto"/>
    </cs:fillRef>
    <cs:effectRef idx="3"/>
    <cs:fontRef idx="minor">
      <a:schemeClr val="tx1"/>
    </cs:fontRef>
    <cs:spPr>
      <a:ln w="9525">
        <a:solidFill>
          <a:schemeClr val="phClr"/>
        </a:solidFill>
        <a:round/>
      </a:ln>
    </cs:spPr>
  </cs:dataPointMarker>
  <cs:dataPointMarkerLayout symbol="circle" size="6"/>
  <cs:dataPointWireframe>
    <cs:lnRef idx="0">
      <cs:styleClr val="auto"/>
    </cs:lnRef>
    <cs:fillRef idx="3"/>
    <cs:effectRef idx="3"/>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lt1"/>
    </cs:fontRef>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cs:lnRef idx="0"/>
    <cs:fillRef idx="0"/>
    <cs:effectRef idx="0"/>
    <cs:fontRef idx="minor">
      <a:schemeClr val="lt1"/>
    </cs:fontRef>
  </cs:plotArea>
  <cs:plotArea3D>
    <cs:lnRef idx="0"/>
    <cs:fillRef idx="0"/>
    <cs:effectRef idx="0"/>
    <cs:fontRef idx="minor">
      <a:schemeClr val="lt1"/>
    </cs:fontRef>
  </cs:plotArea3D>
  <cs:seriesAxis>
    <cs:lnRef idx="0"/>
    <cs:fillRef idx="0"/>
    <cs:effectRef idx="0"/>
    <cs:fontRef idx="minor">
      <a:schemeClr val="tx1">
        <a:lumMod val="65000"/>
        <a:lumOff val="35000"/>
      </a:schemeClr>
    </cs:fontRef>
    <cs:spPr>
      <a:ln w="12700" cap="flat" cmpd="sng" algn="ctr">
        <a:solidFill>
          <a:schemeClr val="tx1">
            <a:lumMod val="15000"/>
            <a:lumOff val="85000"/>
          </a:schemeClr>
        </a:solidFill>
        <a:round/>
      </a:ln>
    </cs:spPr>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2128" b="1" kern="1200" baseline="0"/>
  </cs:title>
  <cs:trendline>
    <cs:lnRef idx="0">
      <cs:styleClr val="auto"/>
    </cs:lnRef>
    <cs:fillRef idx="0"/>
    <cs:effectRef idx="0"/>
    <cs:fontRef idx="minor">
      <a:schemeClr val="lt1"/>
    </cs:fontRef>
    <cs:spPr>
      <a:ln w="19050" cap="rnd">
        <a:solidFill>
          <a:schemeClr val="phClr"/>
        </a:solidFill>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lt1"/>
    </cs:fontRef>
  </cs:wall>
</cs:chartStyle>
</file>

<file path=ppt/charts/style3.xml><?xml version="1.0" encoding="utf-8"?>
<cs:chartStyle xmlns:cs="http://schemas.microsoft.com/office/drawing/2012/chartStyle" xmlns:a="http://schemas.openxmlformats.org/drawingml/2006/main" id="227">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solidFill>
        <a:schemeClr val="phClr"/>
      </a:solidFill>
    </cs:spPr>
  </cs:dataPoint>
  <cs:dataPoint3D>
    <cs:lnRef idx="0"/>
    <cs:fillRef idx="1">
      <cs:styleClr val="auto"/>
    </cs:fillRef>
    <cs:effectRef idx="0"/>
    <cs:fontRef idx="minor">
      <a:schemeClr val="tx1"/>
    </cs:fontRef>
    <cs:spPr>
      <a:solidFill>
        <a:schemeClr val="phClr"/>
      </a:solidFill>
    </cs:spPr>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solidFill>
        <a:schemeClr val="phClr"/>
      </a:solidFill>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머리글 개체 틀 1">
            <a:extLst>
              <a:ext uri="{FF2B5EF4-FFF2-40B4-BE49-F238E27FC236}">
                <a16:creationId xmlns:a16="http://schemas.microsoft.com/office/drawing/2014/main" id="{14E8D724-93E6-BB76-F429-B705666FEA96}"/>
              </a:ext>
            </a:extLst>
          </p:cNvPr>
          <p:cNvSpPr>
            <a:spLocks noGrp="1"/>
          </p:cNvSpPr>
          <p:nvPr>
            <p:ph type="hdr" sz="quarter"/>
          </p:nvPr>
        </p:nvSpPr>
        <p:spPr>
          <a:xfrm>
            <a:off x="0" y="0"/>
            <a:ext cx="2949575" cy="498475"/>
          </a:xfrm>
          <a:prstGeom prst="rect">
            <a:avLst/>
          </a:prstGeom>
        </p:spPr>
        <p:txBody>
          <a:bodyPr vert="horz" lIns="91440" tIns="45720" rIns="91440" bIns="45720" rtlCol="0"/>
          <a:lstStyle>
            <a:lvl1pPr algn="l">
              <a:defRPr sz="1200"/>
            </a:lvl1pPr>
          </a:lstStyle>
          <a:p>
            <a:endParaRPr lang="ko-KR" altLang="en-US"/>
          </a:p>
        </p:txBody>
      </p:sp>
      <p:sp>
        <p:nvSpPr>
          <p:cNvPr id="3" name="날짜 개체 틀 2">
            <a:extLst>
              <a:ext uri="{FF2B5EF4-FFF2-40B4-BE49-F238E27FC236}">
                <a16:creationId xmlns:a16="http://schemas.microsoft.com/office/drawing/2014/main" id="{5456A855-A80B-F9D4-EE77-913886DC9FD1}"/>
              </a:ext>
            </a:extLst>
          </p:cNvPr>
          <p:cNvSpPr>
            <a:spLocks noGrp="1"/>
          </p:cNvSpPr>
          <p:nvPr>
            <p:ph type="dt" sz="quarter" idx="1"/>
          </p:nvPr>
        </p:nvSpPr>
        <p:spPr>
          <a:xfrm>
            <a:off x="3854450" y="0"/>
            <a:ext cx="2949575" cy="498475"/>
          </a:xfrm>
          <a:prstGeom prst="rect">
            <a:avLst/>
          </a:prstGeom>
        </p:spPr>
        <p:txBody>
          <a:bodyPr vert="horz" lIns="91440" tIns="45720" rIns="91440" bIns="45720" rtlCol="0"/>
          <a:lstStyle>
            <a:lvl1pPr algn="r">
              <a:defRPr sz="1200"/>
            </a:lvl1pPr>
          </a:lstStyle>
          <a:p>
            <a:fld id="{CB4C69AD-9A27-4662-BD4D-F68A5EDBF225}" type="datetimeFigureOut">
              <a:rPr lang="ko-KR" altLang="en-US" smtClean="0"/>
              <a:t>2026-09-22</a:t>
            </a:fld>
            <a:endParaRPr lang="ko-KR" altLang="en-US"/>
          </a:p>
        </p:txBody>
      </p:sp>
      <p:sp>
        <p:nvSpPr>
          <p:cNvPr id="4" name="바닥글 개체 틀 3">
            <a:extLst>
              <a:ext uri="{FF2B5EF4-FFF2-40B4-BE49-F238E27FC236}">
                <a16:creationId xmlns:a16="http://schemas.microsoft.com/office/drawing/2014/main" id="{AD6FAED0-3752-FF69-5493-8222BD844D1D}"/>
              </a:ext>
            </a:extLst>
          </p:cNvPr>
          <p:cNvSpPr>
            <a:spLocks noGrp="1"/>
          </p:cNvSpPr>
          <p:nvPr>
            <p:ph type="ftr" sz="quarter" idx="2"/>
          </p:nvPr>
        </p:nvSpPr>
        <p:spPr>
          <a:xfrm>
            <a:off x="0" y="9440863"/>
            <a:ext cx="2949575" cy="498475"/>
          </a:xfrm>
          <a:prstGeom prst="rect">
            <a:avLst/>
          </a:prstGeom>
        </p:spPr>
        <p:txBody>
          <a:bodyPr vert="horz" lIns="91440" tIns="45720" rIns="91440" bIns="45720" rtlCol="0" anchor="b"/>
          <a:lstStyle>
            <a:lvl1pPr algn="l">
              <a:defRPr sz="1200"/>
            </a:lvl1pPr>
          </a:lstStyle>
          <a:p>
            <a:endParaRPr lang="ko-KR" altLang="en-US"/>
          </a:p>
        </p:txBody>
      </p:sp>
      <p:sp>
        <p:nvSpPr>
          <p:cNvPr id="5" name="슬라이드 번호 개체 틀 4">
            <a:extLst>
              <a:ext uri="{FF2B5EF4-FFF2-40B4-BE49-F238E27FC236}">
                <a16:creationId xmlns:a16="http://schemas.microsoft.com/office/drawing/2014/main" id="{24AEBC6C-8447-A18C-6826-B8C47261D24B}"/>
              </a:ext>
            </a:extLst>
          </p:cNvPr>
          <p:cNvSpPr>
            <a:spLocks noGrp="1"/>
          </p:cNvSpPr>
          <p:nvPr>
            <p:ph type="sldNum" sz="quarter" idx="3"/>
          </p:nvPr>
        </p:nvSpPr>
        <p:spPr>
          <a:xfrm>
            <a:off x="3854450" y="9440863"/>
            <a:ext cx="2949575" cy="498475"/>
          </a:xfrm>
          <a:prstGeom prst="rect">
            <a:avLst/>
          </a:prstGeom>
        </p:spPr>
        <p:txBody>
          <a:bodyPr vert="horz" lIns="91440" tIns="45720" rIns="91440" bIns="45720" rtlCol="0" anchor="b"/>
          <a:lstStyle>
            <a:lvl1pPr algn="r">
              <a:defRPr sz="1200"/>
            </a:lvl1pPr>
          </a:lstStyle>
          <a:p>
            <a:fld id="{9AA37269-74AD-4C4C-9D53-60922227D7E9}" type="slidenum">
              <a:rPr lang="ko-KR" altLang="en-US" smtClean="0"/>
              <a:t>‹#›</a:t>
            </a:fld>
            <a:endParaRPr lang="ko-KR" altLang="en-US"/>
          </a:p>
        </p:txBody>
      </p:sp>
    </p:spTree>
    <p:extLst>
      <p:ext uri="{BB962C8B-B14F-4D97-AF65-F5344CB8AC3E}">
        <p14:creationId xmlns:p14="http://schemas.microsoft.com/office/powerpoint/2010/main" val="1117181699"/>
      </p:ext>
    </p:extLst>
  </p:cSld>
  <p:clrMap bg1="lt1" tx1="dk1" bg2="lt2" tx2="dk2" accent1="accent1" accent2="accent2" accent3="accent3" accent4="accent4" accent5="accent5" accent6="accent6" hlink="hlink" folHlink="folHlink"/>
  <p:extLst>
    <p:ext uri="{56416CCD-93CA-4268-BC5B-53C4BB910035}">
      <p15:sldGuideLst xmlns:p15="http://schemas.microsoft.com/office/powerpoint/2012/main">
        <p15:guide id="1" orient="horz" pos="3130" userDrawn="1">
          <p15:clr>
            <a:srgbClr val="F26B43"/>
          </p15:clr>
        </p15:guide>
        <p15:guide id="2" pos="2143" userDrawn="1">
          <p15:clr>
            <a:srgbClr val="F26B43"/>
          </p15:clr>
        </p15:guide>
      </p15:sldGuideLst>
    </p:ext>
  </p:extLst>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머리글 개체 틀 1"/>
          <p:cNvSpPr>
            <a:spLocks noGrp="1"/>
          </p:cNvSpPr>
          <p:nvPr>
            <p:ph type="hdr" sz="quarter"/>
          </p:nvPr>
        </p:nvSpPr>
        <p:spPr>
          <a:xfrm>
            <a:off x="0" y="0"/>
            <a:ext cx="2949099" cy="498693"/>
          </a:xfrm>
          <a:prstGeom prst="rect">
            <a:avLst/>
          </a:prstGeom>
        </p:spPr>
        <p:txBody>
          <a:bodyPr vert="horz" lIns="91440" tIns="45720" rIns="91440" bIns="45720" rtlCol="0"/>
          <a:lstStyle>
            <a:lvl1pPr algn="l">
              <a:defRPr sz="1200"/>
            </a:lvl1pPr>
          </a:lstStyle>
          <a:p>
            <a:endParaRPr lang="ko-KR" altLang="en-US"/>
          </a:p>
        </p:txBody>
      </p:sp>
      <p:sp>
        <p:nvSpPr>
          <p:cNvPr id="3" name="날짜 개체 틀 2"/>
          <p:cNvSpPr>
            <a:spLocks noGrp="1"/>
          </p:cNvSpPr>
          <p:nvPr>
            <p:ph type="dt" idx="1"/>
          </p:nvPr>
        </p:nvSpPr>
        <p:spPr>
          <a:xfrm>
            <a:off x="3854939" y="0"/>
            <a:ext cx="2949099" cy="498693"/>
          </a:xfrm>
          <a:prstGeom prst="rect">
            <a:avLst/>
          </a:prstGeom>
        </p:spPr>
        <p:txBody>
          <a:bodyPr vert="horz" lIns="91440" tIns="45720" rIns="91440" bIns="45720" rtlCol="0"/>
          <a:lstStyle>
            <a:lvl1pPr algn="r">
              <a:defRPr sz="1200"/>
            </a:lvl1pPr>
          </a:lstStyle>
          <a:p>
            <a:fld id="{2019FFB7-BC95-4306-895C-455344E5FE21}" type="datetimeFigureOut">
              <a:rPr lang="ko-KR" altLang="en-US" smtClean="0"/>
              <a:t>2026-09-22</a:t>
            </a:fld>
            <a:endParaRPr lang="ko-KR" altLang="en-US"/>
          </a:p>
        </p:txBody>
      </p:sp>
      <p:sp>
        <p:nvSpPr>
          <p:cNvPr id="4" name="슬라이드 이미지 개체 틀 3"/>
          <p:cNvSpPr>
            <a:spLocks noGrp="1" noRot="1" noChangeAspect="1"/>
          </p:cNvSpPr>
          <p:nvPr>
            <p:ph type="sldImg" idx="2"/>
          </p:nvPr>
        </p:nvSpPr>
        <p:spPr>
          <a:xfrm>
            <a:off x="981075" y="1243013"/>
            <a:ext cx="4843463" cy="3354387"/>
          </a:xfrm>
          <a:prstGeom prst="rect">
            <a:avLst/>
          </a:prstGeom>
          <a:noFill/>
          <a:ln w="12700">
            <a:solidFill>
              <a:prstClr val="black"/>
            </a:solidFill>
          </a:ln>
        </p:spPr>
        <p:txBody>
          <a:bodyPr vert="horz" lIns="91440" tIns="45720" rIns="91440" bIns="45720" rtlCol="0" anchor="ctr"/>
          <a:lstStyle/>
          <a:p>
            <a:endParaRPr lang="ko-KR" altLang="en-US"/>
          </a:p>
        </p:txBody>
      </p:sp>
      <p:sp>
        <p:nvSpPr>
          <p:cNvPr id="5" name="슬라이드 노트 개체 틀 4"/>
          <p:cNvSpPr>
            <a:spLocks noGrp="1"/>
          </p:cNvSpPr>
          <p:nvPr>
            <p:ph type="body" sz="quarter" idx="3"/>
          </p:nvPr>
        </p:nvSpPr>
        <p:spPr>
          <a:xfrm>
            <a:off x="680562" y="4783307"/>
            <a:ext cx="5444490" cy="3913614"/>
          </a:xfrm>
          <a:prstGeom prst="rect">
            <a:avLst/>
          </a:prstGeom>
        </p:spPr>
        <p:txBody>
          <a:bodyPr vert="horz" lIns="91440" tIns="45720" rIns="91440" bIns="45720" rtlCol="0"/>
          <a:lstStyle/>
          <a:p>
            <a:pPr lvl="0"/>
            <a:r>
              <a:rPr lang="ko-KR" altLang="en-US"/>
              <a:t>마스터 텍스트 스타일을 편집합니다</a:t>
            </a:r>
          </a:p>
          <a:p>
            <a:pPr lvl="1"/>
            <a:r>
              <a:rPr lang="ko-KR" altLang="en-US"/>
              <a:t>둘째 수준</a:t>
            </a:r>
          </a:p>
          <a:p>
            <a:pPr lvl="2"/>
            <a:r>
              <a:rPr lang="ko-KR" altLang="en-US"/>
              <a:t>셋째 수준</a:t>
            </a:r>
          </a:p>
          <a:p>
            <a:pPr lvl="3"/>
            <a:r>
              <a:rPr lang="ko-KR" altLang="en-US"/>
              <a:t>넷째 수준</a:t>
            </a:r>
          </a:p>
          <a:p>
            <a:pPr lvl="4"/>
            <a:r>
              <a:rPr lang="ko-KR" altLang="en-US"/>
              <a:t>다섯째 수준</a:t>
            </a:r>
          </a:p>
        </p:txBody>
      </p:sp>
      <p:sp>
        <p:nvSpPr>
          <p:cNvPr id="6" name="바닥글 개체 틀 5"/>
          <p:cNvSpPr>
            <a:spLocks noGrp="1"/>
          </p:cNvSpPr>
          <p:nvPr>
            <p:ph type="ftr" sz="quarter" idx="4"/>
          </p:nvPr>
        </p:nvSpPr>
        <p:spPr>
          <a:xfrm>
            <a:off x="0" y="9440647"/>
            <a:ext cx="2949099" cy="498692"/>
          </a:xfrm>
          <a:prstGeom prst="rect">
            <a:avLst/>
          </a:prstGeom>
        </p:spPr>
        <p:txBody>
          <a:bodyPr vert="horz" lIns="91440" tIns="45720" rIns="91440" bIns="45720" rtlCol="0" anchor="b"/>
          <a:lstStyle>
            <a:lvl1pPr algn="l">
              <a:defRPr sz="1200"/>
            </a:lvl1pPr>
          </a:lstStyle>
          <a:p>
            <a:endParaRPr lang="ko-KR" altLang="en-US"/>
          </a:p>
        </p:txBody>
      </p:sp>
      <p:sp>
        <p:nvSpPr>
          <p:cNvPr id="7" name="슬라이드 번호 개체 틀 6"/>
          <p:cNvSpPr>
            <a:spLocks noGrp="1"/>
          </p:cNvSpPr>
          <p:nvPr>
            <p:ph type="sldNum" sz="quarter" idx="5"/>
          </p:nvPr>
        </p:nvSpPr>
        <p:spPr>
          <a:xfrm>
            <a:off x="3854939" y="9440647"/>
            <a:ext cx="2949099" cy="498692"/>
          </a:xfrm>
          <a:prstGeom prst="rect">
            <a:avLst/>
          </a:prstGeom>
        </p:spPr>
        <p:txBody>
          <a:bodyPr vert="horz" lIns="91440" tIns="45720" rIns="91440" bIns="45720" rtlCol="0" anchor="b"/>
          <a:lstStyle>
            <a:lvl1pPr algn="r">
              <a:defRPr sz="1200"/>
            </a:lvl1pPr>
          </a:lstStyle>
          <a:p>
            <a:fld id="{31DE5822-00B5-4791-8941-317D61C1D1CC}" type="slidenum">
              <a:rPr lang="ko-KR" altLang="en-US" smtClean="0"/>
              <a:t>‹#›</a:t>
            </a:fld>
            <a:endParaRPr lang="ko-KR" altLang="en-US"/>
          </a:p>
        </p:txBody>
      </p:sp>
    </p:spTree>
    <p:extLst>
      <p:ext uri="{BB962C8B-B14F-4D97-AF65-F5344CB8AC3E}">
        <p14:creationId xmlns:p14="http://schemas.microsoft.com/office/powerpoint/2010/main" val="2262758069"/>
      </p:ext>
    </p:extLst>
  </p:cSld>
  <p:clrMap bg1="lt1" tx1="dk1" bg2="lt2" tx2="dk2" accent1="accent1" accent2="accent2" accent3="accent3" accent4="accent4" accent5="accent5" accent6="accent6" hlink="hlink" folHlink="folHlink"/>
  <p:notesStyle>
    <a:lvl1pPr marL="0" algn="l" defTabSz="914400" rtl="0" eaLnBrk="1" latinLnBrk="1" hangingPunct="1">
      <a:defRPr sz="1200" kern="1200">
        <a:solidFill>
          <a:schemeClr val="tx1"/>
        </a:solidFill>
        <a:latin typeface="+mn-lt"/>
        <a:ea typeface="+mn-ea"/>
        <a:cs typeface="+mn-cs"/>
      </a:defRPr>
    </a:lvl1pPr>
    <a:lvl2pPr marL="457200" algn="l" defTabSz="914400" rtl="0" eaLnBrk="1" latinLnBrk="1" hangingPunct="1">
      <a:defRPr sz="1200" kern="1200">
        <a:solidFill>
          <a:schemeClr val="tx1"/>
        </a:solidFill>
        <a:latin typeface="+mn-lt"/>
        <a:ea typeface="+mn-ea"/>
        <a:cs typeface="+mn-cs"/>
      </a:defRPr>
    </a:lvl2pPr>
    <a:lvl3pPr marL="914400" algn="l" defTabSz="914400" rtl="0" eaLnBrk="1" latinLnBrk="1" hangingPunct="1">
      <a:defRPr sz="1200" kern="1200">
        <a:solidFill>
          <a:schemeClr val="tx1"/>
        </a:solidFill>
        <a:latin typeface="+mn-lt"/>
        <a:ea typeface="+mn-ea"/>
        <a:cs typeface="+mn-cs"/>
      </a:defRPr>
    </a:lvl3pPr>
    <a:lvl4pPr marL="1371600" algn="l" defTabSz="914400" rtl="0" eaLnBrk="1" latinLnBrk="1" hangingPunct="1">
      <a:defRPr sz="1200" kern="1200">
        <a:solidFill>
          <a:schemeClr val="tx1"/>
        </a:solidFill>
        <a:latin typeface="+mn-lt"/>
        <a:ea typeface="+mn-ea"/>
        <a:cs typeface="+mn-cs"/>
      </a:defRPr>
    </a:lvl4pPr>
    <a:lvl5pPr marL="1828800" algn="l" defTabSz="914400" rtl="0" eaLnBrk="1" latinLnBrk="1" hangingPunct="1">
      <a:defRPr sz="1200" kern="1200">
        <a:solidFill>
          <a:schemeClr val="tx1"/>
        </a:solidFill>
        <a:latin typeface="+mn-lt"/>
        <a:ea typeface="+mn-ea"/>
        <a:cs typeface="+mn-cs"/>
      </a:defRPr>
    </a:lvl5pPr>
    <a:lvl6pPr marL="2286000" algn="l" defTabSz="914400" rtl="0" eaLnBrk="1" latinLnBrk="1" hangingPunct="1">
      <a:defRPr sz="1200" kern="1200">
        <a:solidFill>
          <a:schemeClr val="tx1"/>
        </a:solidFill>
        <a:latin typeface="+mn-lt"/>
        <a:ea typeface="+mn-ea"/>
        <a:cs typeface="+mn-cs"/>
      </a:defRPr>
    </a:lvl6pPr>
    <a:lvl7pPr marL="2743200" algn="l" defTabSz="914400" rtl="0" eaLnBrk="1" latinLnBrk="1" hangingPunct="1">
      <a:defRPr sz="1200" kern="1200">
        <a:solidFill>
          <a:schemeClr val="tx1"/>
        </a:solidFill>
        <a:latin typeface="+mn-lt"/>
        <a:ea typeface="+mn-ea"/>
        <a:cs typeface="+mn-cs"/>
      </a:defRPr>
    </a:lvl7pPr>
    <a:lvl8pPr marL="3200400" algn="l" defTabSz="914400" rtl="0" eaLnBrk="1" latinLnBrk="1" hangingPunct="1">
      <a:defRPr sz="1200" kern="1200">
        <a:solidFill>
          <a:schemeClr val="tx1"/>
        </a:solidFill>
        <a:latin typeface="+mn-lt"/>
        <a:ea typeface="+mn-ea"/>
        <a:cs typeface="+mn-cs"/>
      </a:defRPr>
    </a:lvl8pPr>
    <a:lvl9pPr marL="3657600" algn="l" defTabSz="914400" rtl="0" eaLnBrk="1" latinLnBrk="1" hangingPunct="1">
      <a:defRPr sz="1200" kern="1200">
        <a:solidFill>
          <a:schemeClr val="tx1"/>
        </a:solidFill>
        <a:latin typeface="+mn-lt"/>
        <a:ea typeface="+mn-ea"/>
        <a:cs typeface="+mn-cs"/>
      </a:defRPr>
    </a:lvl9pPr>
  </p:notesStyle>
  <p:extLst>
    <p:ext uri="{620B2872-D7B9-4A21-9093-7833F8D536E1}">
      <p15:sldGuideLst xmlns:p15="http://schemas.microsoft.com/office/powerpoint/2012/main">
        <p15:guide id="1" orient="horz" pos="3130" userDrawn="1">
          <p15:clr>
            <a:srgbClr val="F26B43"/>
          </p15:clr>
        </p15:guide>
        <p15:guide id="2" pos="2143" userDrawn="1">
          <p15:clr>
            <a:srgbClr val="F26B43"/>
          </p15:clr>
        </p15:guide>
      </p15:sldGuideLst>
    </p:ext>
  </p:extLst>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a:xfrm>
            <a:off x="981075" y="1243013"/>
            <a:ext cx="4843463" cy="3354387"/>
          </a:xfrm>
        </p:spPr>
      </p:sp>
      <p:sp>
        <p:nvSpPr>
          <p:cNvPr id="3" name="슬라이드 노트 개체 틀 2"/>
          <p:cNvSpPr>
            <a:spLocks noGrp="1"/>
          </p:cNvSpPr>
          <p:nvPr>
            <p:ph type="body" idx="1"/>
          </p:nvPr>
        </p:nvSpPr>
        <p:spPr/>
        <p:txBody>
          <a:bodyPr/>
          <a:lstStyle/>
          <a:p>
            <a:endParaRPr lang="ko-KR" altLang="en-US"/>
          </a:p>
        </p:txBody>
      </p:sp>
      <p:sp>
        <p:nvSpPr>
          <p:cNvPr id="4" name="슬라이드 번호 개체 틀 3"/>
          <p:cNvSpPr>
            <a:spLocks noGrp="1"/>
          </p:cNvSpPr>
          <p:nvPr>
            <p:ph type="sldNum" sz="quarter" idx="10"/>
          </p:nvPr>
        </p:nvSpPr>
        <p:spPr/>
        <p:txBody>
          <a:bodyPr/>
          <a:lstStyle/>
          <a:p>
            <a:fld id="{31DE5822-00B5-4791-8941-317D61C1D1CC}" type="slidenum">
              <a:rPr lang="ko-KR" altLang="en-US" smtClean="0"/>
              <a:t>2</a:t>
            </a:fld>
            <a:endParaRPr lang="ko-KR" altLang="en-US"/>
          </a:p>
        </p:txBody>
      </p:sp>
    </p:spTree>
    <p:extLst>
      <p:ext uri="{BB962C8B-B14F-4D97-AF65-F5344CB8AC3E}">
        <p14:creationId xmlns:p14="http://schemas.microsoft.com/office/powerpoint/2010/main" val="32633435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a:xfrm>
            <a:off x="981075" y="1243013"/>
            <a:ext cx="4843463" cy="3354387"/>
          </a:xfrm>
        </p:spPr>
      </p:sp>
      <p:sp>
        <p:nvSpPr>
          <p:cNvPr id="3" name="슬라이드 노트 개체 틀 2"/>
          <p:cNvSpPr>
            <a:spLocks noGrp="1"/>
          </p:cNvSpPr>
          <p:nvPr>
            <p:ph type="body" idx="1"/>
          </p:nvPr>
        </p:nvSpPr>
        <p:spPr/>
        <p:txBody>
          <a:bodyPr/>
          <a:lstStyle/>
          <a:p>
            <a:endParaRPr lang="ko-KR" altLang="en-US" dirty="0"/>
          </a:p>
        </p:txBody>
      </p:sp>
      <p:sp>
        <p:nvSpPr>
          <p:cNvPr id="4" name="슬라이드 번호 개체 틀 3"/>
          <p:cNvSpPr>
            <a:spLocks noGrp="1"/>
          </p:cNvSpPr>
          <p:nvPr>
            <p:ph type="sldNum" sz="quarter" idx="10"/>
          </p:nvPr>
        </p:nvSpPr>
        <p:spPr/>
        <p:txBody>
          <a:bodyPr/>
          <a:lstStyle/>
          <a:p>
            <a:fld id="{31DE5822-00B5-4791-8941-317D61C1D1CC}" type="slidenum">
              <a:rPr lang="ko-KR" altLang="en-US" smtClean="0"/>
              <a:t>3</a:t>
            </a:fld>
            <a:endParaRPr lang="ko-KR" altLang="en-US"/>
          </a:p>
        </p:txBody>
      </p:sp>
    </p:spTree>
    <p:extLst>
      <p:ext uri="{BB962C8B-B14F-4D97-AF65-F5344CB8AC3E}">
        <p14:creationId xmlns:p14="http://schemas.microsoft.com/office/powerpoint/2010/main" val="385943272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endParaRPr lang="ko-KR" altLang="en-US" dirty="0"/>
          </a:p>
        </p:txBody>
      </p:sp>
      <p:sp>
        <p:nvSpPr>
          <p:cNvPr id="4" name="슬라이드 번호 개체 틀 3"/>
          <p:cNvSpPr>
            <a:spLocks noGrp="1"/>
          </p:cNvSpPr>
          <p:nvPr>
            <p:ph type="sldNum" sz="quarter" idx="5"/>
          </p:nvPr>
        </p:nvSpPr>
        <p:spPr/>
        <p:txBody>
          <a:bodyPr/>
          <a:lstStyle/>
          <a:p>
            <a:fld id="{31DE5822-00B5-4791-8941-317D61C1D1CC}" type="slidenum">
              <a:rPr lang="ko-KR" altLang="en-US" smtClean="0"/>
              <a:t>5</a:t>
            </a:fld>
            <a:endParaRPr lang="ko-KR" altLang="en-US"/>
          </a:p>
        </p:txBody>
      </p:sp>
    </p:spTree>
    <p:extLst>
      <p:ext uri="{BB962C8B-B14F-4D97-AF65-F5344CB8AC3E}">
        <p14:creationId xmlns:p14="http://schemas.microsoft.com/office/powerpoint/2010/main" val="178842439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endParaRPr lang="ko-KR" altLang="en-US" dirty="0"/>
          </a:p>
        </p:txBody>
      </p:sp>
      <p:sp>
        <p:nvSpPr>
          <p:cNvPr id="4" name="슬라이드 번호 개체 틀 3"/>
          <p:cNvSpPr>
            <a:spLocks noGrp="1"/>
          </p:cNvSpPr>
          <p:nvPr>
            <p:ph type="sldNum" sz="quarter" idx="5"/>
          </p:nvPr>
        </p:nvSpPr>
        <p:spPr/>
        <p:txBody>
          <a:bodyPr/>
          <a:lstStyle/>
          <a:p>
            <a:fld id="{31DE5822-00B5-4791-8941-317D61C1D1CC}" type="slidenum">
              <a:rPr lang="ko-KR" altLang="en-US" smtClean="0"/>
              <a:t>6</a:t>
            </a:fld>
            <a:endParaRPr lang="ko-KR" altLang="en-US"/>
          </a:p>
        </p:txBody>
      </p:sp>
    </p:spTree>
    <p:extLst>
      <p:ext uri="{BB962C8B-B14F-4D97-AF65-F5344CB8AC3E}">
        <p14:creationId xmlns:p14="http://schemas.microsoft.com/office/powerpoint/2010/main" val="19554924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jpeg"/><Relationship Id="rId3" Type="http://schemas.openxmlformats.org/officeDocument/2006/relationships/image" Target="../media/image3.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jpg"/><Relationship Id="rId3" Type="http://schemas.openxmlformats.org/officeDocument/2006/relationships/image" Target="../media/image3.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jpg"/><Relationship Id="rId3" Type="http://schemas.openxmlformats.org/officeDocument/2006/relationships/image" Target="../media/image3.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jpg"/><Relationship Id="rId3" Type="http://schemas.openxmlformats.org/officeDocument/2006/relationships/image" Target="../media/image3.pn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jpg"/><Relationship Id="rId3" Type="http://schemas.openxmlformats.org/officeDocument/2006/relationships/image" Target="../media/image3.png"/></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7.jpg"/><Relationship Id="rId3" Type="http://schemas.openxmlformats.org/officeDocument/2006/relationships/image" Target="../media/image8.png"/></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9.png"/></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0.jpeg"/><Relationship Id="rId3" Type="http://schemas.openxmlformats.org/officeDocument/2006/relationships/image" Target="../media/image9.png"/></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TITLE SLIDE 1 - Right light vertical image">
    <p:spTree>
      <p:nvGrpSpPr>
        <p:cNvPr id="1" name=""/>
        <p:cNvGrpSpPr/>
        <p:nvPr/>
      </p:nvGrpSpPr>
      <p:grpSpPr>
        <a:xfrm>
          <a:off x="0" y="0"/>
          <a:ext cx="0" cy="0"/>
          <a:chOff x="0" y="0"/>
          <a:chExt cx="0" cy="0"/>
        </a:xfrm>
      </p:grpSpPr>
      <p:pic>
        <p:nvPicPr>
          <p:cNvPr id="3" name="Picture 2"/>
          <p:cNvPicPr>
            <a:picLocks noChangeAspect="1"/>
          </p:cNvPicPr>
          <p:nvPr userDrawn="1"/>
        </p:nvPicPr>
        <p:blipFill>
          <a:blip r:embed="rId2"/>
          <a:stretch>
            <a:fillRect/>
          </a:stretch>
        </p:blipFill>
        <p:spPr>
          <a:xfrm>
            <a:off x="0" y="-83820"/>
            <a:ext cx="9906000" cy="7025640"/>
          </a:xfrm>
          <a:prstGeom prst="rect">
            <a:avLst/>
          </a:prstGeom>
        </p:spPr>
      </p:pic>
      <p:sp>
        <p:nvSpPr>
          <p:cNvPr id="2" name="Title 1"/>
          <p:cNvSpPr>
            <a:spLocks noGrp="1"/>
          </p:cNvSpPr>
          <p:nvPr>
            <p:ph type="ctrTitle" hasCustomPrompt="1"/>
          </p:nvPr>
        </p:nvSpPr>
        <p:spPr>
          <a:xfrm>
            <a:off x="787800" y="1339200"/>
            <a:ext cx="6708000" cy="3510000"/>
          </a:xfrm>
          <a:prstGeom prst="rect">
            <a:avLst/>
          </a:prstGeom>
        </p:spPr>
        <p:txBody>
          <a:bodyPr anchor="t" anchorCtr="0"/>
          <a:lstStyle>
            <a:lvl1pPr algn="l">
              <a:defRPr sz="11000">
                <a:solidFill>
                  <a:schemeClr val="bg1"/>
                </a:solidFill>
              </a:defRPr>
            </a:lvl1pPr>
          </a:lstStyle>
          <a:p>
            <a:r>
              <a:rPr lang="en-GB" dirty="0"/>
              <a:t>Title Slide 1 – </a:t>
            </a:r>
            <a:br>
              <a:rPr lang="en-GB" dirty="0"/>
            </a:br>
            <a:r>
              <a:rPr lang="en-GB" dirty="0"/>
              <a:t>left light vertical image</a:t>
            </a:r>
            <a:endParaRPr lang="en-US" dirty="0"/>
          </a:p>
        </p:txBody>
      </p:sp>
      <p:sp>
        <p:nvSpPr>
          <p:cNvPr id="6" name="Text Placeholder 3"/>
          <p:cNvSpPr>
            <a:spLocks noGrp="1"/>
          </p:cNvSpPr>
          <p:nvPr>
            <p:ph type="body" sz="quarter" idx="11"/>
          </p:nvPr>
        </p:nvSpPr>
        <p:spPr>
          <a:xfrm>
            <a:off x="819000" y="5036400"/>
            <a:ext cx="6676800" cy="216000"/>
          </a:xfrm>
        </p:spPr>
        <p:txBody>
          <a:bodyPr/>
          <a:lstStyle>
            <a:lvl1pPr>
              <a:defRPr sz="1100">
                <a:solidFill>
                  <a:schemeClr val="bg1"/>
                </a:solidFill>
              </a:defRPr>
            </a:lvl1pPr>
            <a:lvl2pPr>
              <a:defRPr sz="1100">
                <a:solidFill>
                  <a:schemeClr val="bg1"/>
                </a:solidFill>
              </a:defRPr>
            </a:lvl2pPr>
            <a:lvl3pPr>
              <a:buClr>
                <a:schemeClr val="bg1"/>
              </a:buClr>
              <a:defRPr sz="1100">
                <a:solidFill>
                  <a:schemeClr val="bg1"/>
                </a:solidFill>
              </a:defRPr>
            </a:lvl3pPr>
            <a:lvl4pPr>
              <a:buClr>
                <a:schemeClr val="bg1"/>
              </a:buClr>
              <a:defRPr sz="1100">
                <a:solidFill>
                  <a:schemeClr val="bg1"/>
                </a:solidFill>
              </a:defRPr>
            </a:lvl4pPr>
            <a:lvl5pPr>
              <a:buClr>
                <a:schemeClr val="bg1"/>
              </a:buClr>
              <a:defRPr sz="1100">
                <a:solidFill>
                  <a:schemeClr val="bg1"/>
                </a:solidFill>
              </a:defRPr>
            </a:lvl5pPr>
          </a:lstStyle>
          <a:p>
            <a:pPr lvl="0"/>
            <a:r>
              <a:rPr lang="ko-KR" altLang="en-US"/>
              <a:t>마스터 텍스트 스타일을 편집합니다</a:t>
            </a:r>
          </a:p>
        </p:txBody>
      </p:sp>
      <p:pic>
        <p:nvPicPr>
          <p:cNvPr id="7" name="그림 6"/>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793110" y="782799"/>
            <a:ext cx="1553543" cy="343527"/>
          </a:xfrm>
          <a:prstGeom prst="rect">
            <a:avLst/>
          </a:prstGeom>
        </p:spPr>
      </p:pic>
    </p:spTree>
    <p:extLst>
      <p:ext uri="{BB962C8B-B14F-4D97-AF65-F5344CB8AC3E}">
        <p14:creationId xmlns:p14="http://schemas.microsoft.com/office/powerpoint/2010/main" val="48583411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TITLE SLIDE 2 - Right dark vertical image">
    <p:spTree>
      <p:nvGrpSpPr>
        <p:cNvPr id="1" name=""/>
        <p:cNvGrpSpPr/>
        <p:nvPr/>
      </p:nvGrpSpPr>
      <p:grpSpPr>
        <a:xfrm>
          <a:off x="0" y="0"/>
          <a:ext cx="0" cy="0"/>
          <a:chOff x="0" y="0"/>
          <a:chExt cx="0" cy="0"/>
        </a:xfrm>
      </p:grpSpPr>
      <p:pic>
        <p:nvPicPr>
          <p:cNvPr id="6" name="Picture 5"/>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3484" y="0"/>
            <a:ext cx="9879032" cy="6858000"/>
          </a:xfrm>
          <a:prstGeom prst="rect">
            <a:avLst/>
          </a:prstGeom>
        </p:spPr>
      </p:pic>
      <p:sp>
        <p:nvSpPr>
          <p:cNvPr id="2" name="Title 1"/>
          <p:cNvSpPr>
            <a:spLocks noGrp="1"/>
          </p:cNvSpPr>
          <p:nvPr>
            <p:ph type="ctrTitle" hasCustomPrompt="1"/>
          </p:nvPr>
        </p:nvSpPr>
        <p:spPr>
          <a:xfrm>
            <a:off x="787800" y="1339200"/>
            <a:ext cx="6708000" cy="3510000"/>
          </a:xfrm>
          <a:prstGeom prst="rect">
            <a:avLst/>
          </a:prstGeom>
        </p:spPr>
        <p:txBody>
          <a:bodyPr anchor="t" anchorCtr="0"/>
          <a:lstStyle>
            <a:lvl1pPr algn="l">
              <a:defRPr sz="11000">
                <a:solidFill>
                  <a:schemeClr val="bg1"/>
                </a:solidFill>
              </a:defRPr>
            </a:lvl1pPr>
          </a:lstStyle>
          <a:p>
            <a:r>
              <a:rPr lang="en-GB" dirty="0"/>
              <a:t>Title slide 2 - right dark vertical image</a:t>
            </a:r>
            <a:endParaRPr lang="en-US" dirty="0"/>
          </a:p>
        </p:txBody>
      </p:sp>
      <p:sp>
        <p:nvSpPr>
          <p:cNvPr id="7" name="Text Placeholder 3"/>
          <p:cNvSpPr>
            <a:spLocks noGrp="1"/>
          </p:cNvSpPr>
          <p:nvPr>
            <p:ph type="body" sz="quarter" idx="11"/>
          </p:nvPr>
        </p:nvSpPr>
        <p:spPr>
          <a:xfrm>
            <a:off x="819000" y="5036400"/>
            <a:ext cx="6676800" cy="216000"/>
          </a:xfrm>
        </p:spPr>
        <p:txBody>
          <a:bodyPr/>
          <a:lstStyle>
            <a:lvl1pPr>
              <a:defRPr sz="1100">
                <a:solidFill>
                  <a:schemeClr val="bg1"/>
                </a:solidFill>
              </a:defRPr>
            </a:lvl1pPr>
            <a:lvl2pPr>
              <a:defRPr sz="1100">
                <a:solidFill>
                  <a:schemeClr val="bg1"/>
                </a:solidFill>
              </a:defRPr>
            </a:lvl2pPr>
            <a:lvl3pPr>
              <a:buClr>
                <a:schemeClr val="bg1"/>
              </a:buClr>
              <a:defRPr sz="1100">
                <a:solidFill>
                  <a:schemeClr val="bg1"/>
                </a:solidFill>
              </a:defRPr>
            </a:lvl3pPr>
            <a:lvl4pPr>
              <a:buClr>
                <a:schemeClr val="bg1"/>
              </a:buClr>
              <a:defRPr sz="1100">
                <a:solidFill>
                  <a:schemeClr val="bg1"/>
                </a:solidFill>
              </a:defRPr>
            </a:lvl4pPr>
            <a:lvl5pPr>
              <a:buClr>
                <a:schemeClr val="bg1"/>
              </a:buClr>
              <a:defRPr sz="1100">
                <a:solidFill>
                  <a:schemeClr val="bg1"/>
                </a:solidFill>
              </a:defRPr>
            </a:lvl5pPr>
          </a:lstStyle>
          <a:p>
            <a:pPr lvl="0"/>
            <a:r>
              <a:rPr lang="ko-KR" altLang="en-US"/>
              <a:t>마스터 텍스트 스타일을 편집합니다</a:t>
            </a:r>
          </a:p>
        </p:txBody>
      </p:sp>
      <p:pic>
        <p:nvPicPr>
          <p:cNvPr id="8" name="그림 7"/>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793110" y="782799"/>
            <a:ext cx="1553543" cy="343527"/>
          </a:xfrm>
          <a:prstGeom prst="rect">
            <a:avLst/>
          </a:prstGeom>
        </p:spPr>
      </p:pic>
    </p:spTree>
    <p:extLst>
      <p:ext uri="{BB962C8B-B14F-4D97-AF65-F5344CB8AC3E}">
        <p14:creationId xmlns:p14="http://schemas.microsoft.com/office/powerpoint/2010/main" val="338328753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userDrawn="1">
  <p:cSld name="TITLE SLIDE 3 - Left light vertical image">
    <p:spTree>
      <p:nvGrpSpPr>
        <p:cNvPr id="1" name=""/>
        <p:cNvGrpSpPr/>
        <p:nvPr/>
      </p:nvGrpSpPr>
      <p:grpSpPr>
        <a:xfrm>
          <a:off x="0" y="0"/>
          <a:ext cx="0" cy="0"/>
          <a:chOff x="0" y="0"/>
          <a:chExt cx="0" cy="0"/>
        </a:xfrm>
      </p:grpSpPr>
      <p:pic>
        <p:nvPicPr>
          <p:cNvPr id="7" name="Picture 6"/>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flipH="1">
            <a:off x="0" y="0"/>
            <a:ext cx="9906000" cy="7025640"/>
          </a:xfrm>
          <a:prstGeom prst="rect">
            <a:avLst/>
          </a:prstGeom>
        </p:spPr>
      </p:pic>
      <p:sp>
        <p:nvSpPr>
          <p:cNvPr id="2" name="Title 1"/>
          <p:cNvSpPr>
            <a:spLocks noGrp="1"/>
          </p:cNvSpPr>
          <p:nvPr>
            <p:ph type="ctrTitle" hasCustomPrompt="1"/>
          </p:nvPr>
        </p:nvSpPr>
        <p:spPr>
          <a:xfrm>
            <a:off x="3700856" y="1339200"/>
            <a:ext cx="5398562" cy="3510000"/>
          </a:xfrm>
          <a:prstGeom prst="rect">
            <a:avLst/>
          </a:prstGeom>
        </p:spPr>
        <p:txBody>
          <a:bodyPr anchor="t" anchorCtr="0"/>
          <a:lstStyle>
            <a:lvl1pPr algn="l">
              <a:defRPr sz="11000">
                <a:solidFill>
                  <a:schemeClr val="bg1"/>
                </a:solidFill>
              </a:defRPr>
            </a:lvl1pPr>
          </a:lstStyle>
          <a:p>
            <a:r>
              <a:rPr lang="en-GB" dirty="0"/>
              <a:t>Title slide 3</a:t>
            </a:r>
            <a:br>
              <a:rPr lang="en-GB" dirty="0"/>
            </a:br>
            <a:r>
              <a:rPr lang="en-GB" dirty="0"/>
              <a:t>light right vertical image</a:t>
            </a:r>
            <a:endParaRPr lang="en-US" dirty="0"/>
          </a:p>
        </p:txBody>
      </p:sp>
      <p:sp>
        <p:nvSpPr>
          <p:cNvPr id="6" name="Text Placeholder 3"/>
          <p:cNvSpPr>
            <a:spLocks noGrp="1"/>
          </p:cNvSpPr>
          <p:nvPr>
            <p:ph type="body" sz="quarter" idx="11"/>
          </p:nvPr>
        </p:nvSpPr>
        <p:spPr>
          <a:xfrm>
            <a:off x="3732056" y="5036400"/>
            <a:ext cx="4910100" cy="216000"/>
          </a:xfrm>
        </p:spPr>
        <p:txBody>
          <a:bodyPr/>
          <a:lstStyle>
            <a:lvl1pPr>
              <a:defRPr sz="1100">
                <a:solidFill>
                  <a:schemeClr val="bg1"/>
                </a:solidFill>
              </a:defRPr>
            </a:lvl1pPr>
            <a:lvl2pPr>
              <a:defRPr sz="1100">
                <a:solidFill>
                  <a:schemeClr val="bg1"/>
                </a:solidFill>
              </a:defRPr>
            </a:lvl2pPr>
            <a:lvl3pPr>
              <a:buClr>
                <a:schemeClr val="bg1"/>
              </a:buClr>
              <a:defRPr sz="1100">
                <a:solidFill>
                  <a:schemeClr val="bg1"/>
                </a:solidFill>
              </a:defRPr>
            </a:lvl3pPr>
            <a:lvl4pPr>
              <a:buClr>
                <a:schemeClr val="bg1"/>
              </a:buClr>
              <a:defRPr sz="1100">
                <a:solidFill>
                  <a:schemeClr val="bg1"/>
                </a:solidFill>
              </a:defRPr>
            </a:lvl4pPr>
            <a:lvl5pPr>
              <a:buClr>
                <a:schemeClr val="bg1"/>
              </a:buClr>
              <a:defRPr sz="1100">
                <a:solidFill>
                  <a:schemeClr val="bg1"/>
                </a:solidFill>
              </a:defRPr>
            </a:lvl5pPr>
          </a:lstStyle>
          <a:p>
            <a:pPr lvl="0"/>
            <a:r>
              <a:rPr lang="ko-KR" altLang="en-US"/>
              <a:t>마스터 텍스트 스타일을 편집합니다</a:t>
            </a:r>
          </a:p>
        </p:txBody>
      </p:sp>
      <p:pic>
        <p:nvPicPr>
          <p:cNvPr id="8" name="그림 7"/>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3664013" y="782799"/>
            <a:ext cx="1553543" cy="343527"/>
          </a:xfrm>
          <a:prstGeom prst="rect">
            <a:avLst/>
          </a:prstGeom>
        </p:spPr>
      </p:pic>
    </p:spTree>
    <p:extLst>
      <p:ext uri="{BB962C8B-B14F-4D97-AF65-F5344CB8AC3E}">
        <p14:creationId xmlns:p14="http://schemas.microsoft.com/office/powerpoint/2010/main" val="224225551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userDrawn="1">
  <p:cSld name="TITLE SLIDE 4 - Left dark vertical image">
    <p:spTree>
      <p:nvGrpSpPr>
        <p:cNvPr id="1" name=""/>
        <p:cNvGrpSpPr/>
        <p:nvPr/>
      </p:nvGrpSpPr>
      <p:grpSpPr>
        <a:xfrm>
          <a:off x="0" y="0"/>
          <a:ext cx="0" cy="0"/>
          <a:chOff x="0" y="0"/>
          <a:chExt cx="0" cy="0"/>
        </a:xfrm>
      </p:grpSpPr>
      <p:pic>
        <p:nvPicPr>
          <p:cNvPr id="7" name="Picture 6"/>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flipH="1">
            <a:off x="13485" y="0"/>
            <a:ext cx="9892516" cy="6858000"/>
          </a:xfrm>
          <a:prstGeom prst="rect">
            <a:avLst/>
          </a:prstGeom>
        </p:spPr>
      </p:pic>
      <p:sp>
        <p:nvSpPr>
          <p:cNvPr id="8" name="Title 1"/>
          <p:cNvSpPr>
            <a:spLocks noGrp="1"/>
          </p:cNvSpPr>
          <p:nvPr>
            <p:ph type="ctrTitle" hasCustomPrompt="1"/>
          </p:nvPr>
        </p:nvSpPr>
        <p:spPr>
          <a:xfrm>
            <a:off x="3700856" y="1339200"/>
            <a:ext cx="5398562" cy="3510000"/>
          </a:xfrm>
          <a:prstGeom prst="rect">
            <a:avLst/>
          </a:prstGeom>
        </p:spPr>
        <p:txBody>
          <a:bodyPr anchor="t" anchorCtr="0"/>
          <a:lstStyle>
            <a:lvl1pPr algn="l">
              <a:defRPr sz="11000">
                <a:solidFill>
                  <a:schemeClr val="bg1"/>
                </a:solidFill>
              </a:defRPr>
            </a:lvl1pPr>
          </a:lstStyle>
          <a:p>
            <a:r>
              <a:rPr lang="en-GB" dirty="0"/>
              <a:t>Title slide 4</a:t>
            </a:r>
            <a:br>
              <a:rPr lang="en-GB" dirty="0"/>
            </a:br>
            <a:r>
              <a:rPr lang="en-GB" dirty="0"/>
              <a:t>dark right vertical image</a:t>
            </a:r>
            <a:endParaRPr lang="en-US" dirty="0"/>
          </a:p>
        </p:txBody>
      </p:sp>
      <p:sp>
        <p:nvSpPr>
          <p:cNvPr id="10" name="Text Placeholder 3"/>
          <p:cNvSpPr>
            <a:spLocks noGrp="1"/>
          </p:cNvSpPr>
          <p:nvPr>
            <p:ph type="body" sz="quarter" idx="11"/>
          </p:nvPr>
        </p:nvSpPr>
        <p:spPr>
          <a:xfrm>
            <a:off x="3732056" y="5036400"/>
            <a:ext cx="5367362" cy="216000"/>
          </a:xfrm>
        </p:spPr>
        <p:txBody>
          <a:bodyPr/>
          <a:lstStyle>
            <a:lvl1pPr>
              <a:defRPr sz="1100">
                <a:solidFill>
                  <a:schemeClr val="bg1"/>
                </a:solidFill>
              </a:defRPr>
            </a:lvl1pPr>
            <a:lvl2pPr>
              <a:defRPr sz="1100">
                <a:solidFill>
                  <a:schemeClr val="bg1"/>
                </a:solidFill>
              </a:defRPr>
            </a:lvl2pPr>
            <a:lvl3pPr>
              <a:buClr>
                <a:schemeClr val="bg1"/>
              </a:buClr>
              <a:defRPr sz="1100">
                <a:solidFill>
                  <a:schemeClr val="bg1"/>
                </a:solidFill>
              </a:defRPr>
            </a:lvl3pPr>
            <a:lvl4pPr>
              <a:buClr>
                <a:schemeClr val="bg1"/>
              </a:buClr>
              <a:defRPr sz="1100">
                <a:solidFill>
                  <a:schemeClr val="bg1"/>
                </a:solidFill>
              </a:defRPr>
            </a:lvl4pPr>
            <a:lvl5pPr>
              <a:buClr>
                <a:schemeClr val="bg1"/>
              </a:buClr>
              <a:defRPr sz="1100">
                <a:solidFill>
                  <a:schemeClr val="bg1"/>
                </a:solidFill>
              </a:defRPr>
            </a:lvl5pPr>
          </a:lstStyle>
          <a:p>
            <a:pPr lvl="0"/>
            <a:r>
              <a:rPr lang="ko-KR" altLang="en-US"/>
              <a:t>마스터 텍스트 스타일을 편집합니다</a:t>
            </a:r>
          </a:p>
        </p:txBody>
      </p:sp>
      <p:pic>
        <p:nvPicPr>
          <p:cNvPr id="6" name="그림 5"/>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3664013" y="782799"/>
            <a:ext cx="1553543" cy="343527"/>
          </a:xfrm>
          <a:prstGeom prst="rect">
            <a:avLst/>
          </a:prstGeom>
        </p:spPr>
      </p:pic>
    </p:spTree>
    <p:extLst>
      <p:ext uri="{BB962C8B-B14F-4D97-AF65-F5344CB8AC3E}">
        <p14:creationId xmlns:p14="http://schemas.microsoft.com/office/powerpoint/2010/main" val="305794925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preserve="1" userDrawn="1">
  <p:cSld name="TITLE SLIDE 5 - Singular image">
    <p:spTree>
      <p:nvGrpSpPr>
        <p:cNvPr id="1" name=""/>
        <p:cNvGrpSpPr/>
        <p:nvPr/>
      </p:nvGrpSpPr>
      <p:grpSpPr>
        <a:xfrm>
          <a:off x="0" y="0"/>
          <a:ext cx="0" cy="0"/>
          <a:chOff x="0" y="0"/>
          <a:chExt cx="0" cy="0"/>
        </a:xfrm>
      </p:grpSpPr>
      <p:pic>
        <p:nvPicPr>
          <p:cNvPr id="9" name="Picture 8"/>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25570" y="0"/>
            <a:ext cx="9879032" cy="6858000"/>
          </a:xfrm>
          <a:prstGeom prst="rect">
            <a:avLst/>
          </a:prstGeom>
        </p:spPr>
      </p:pic>
      <p:sp>
        <p:nvSpPr>
          <p:cNvPr id="2" name="Title 1"/>
          <p:cNvSpPr>
            <a:spLocks noGrp="1"/>
          </p:cNvSpPr>
          <p:nvPr>
            <p:ph type="ctrTitle" hasCustomPrompt="1"/>
          </p:nvPr>
        </p:nvSpPr>
        <p:spPr>
          <a:xfrm>
            <a:off x="2215200" y="1346400"/>
            <a:ext cx="6708000" cy="3510000"/>
          </a:xfrm>
          <a:prstGeom prst="rect">
            <a:avLst/>
          </a:prstGeom>
        </p:spPr>
        <p:txBody>
          <a:bodyPr anchor="t" anchorCtr="0"/>
          <a:lstStyle>
            <a:lvl1pPr algn="l">
              <a:defRPr sz="11000">
                <a:solidFill>
                  <a:schemeClr val="bg1"/>
                </a:solidFill>
              </a:defRPr>
            </a:lvl1pPr>
          </a:lstStyle>
          <a:p>
            <a:r>
              <a:rPr lang="en-US" dirty="0"/>
              <a:t>Title slide 5</a:t>
            </a:r>
            <a:br>
              <a:rPr lang="en-US" dirty="0"/>
            </a:br>
            <a:r>
              <a:rPr lang="en-US" dirty="0"/>
              <a:t>singular </a:t>
            </a:r>
            <a:br>
              <a:rPr lang="en-US" dirty="0"/>
            </a:br>
            <a:r>
              <a:rPr lang="en-US" dirty="0"/>
              <a:t>image</a:t>
            </a:r>
          </a:p>
        </p:txBody>
      </p:sp>
      <p:sp>
        <p:nvSpPr>
          <p:cNvPr id="4" name="object 3"/>
          <p:cNvSpPr/>
          <p:nvPr userDrawn="1"/>
        </p:nvSpPr>
        <p:spPr>
          <a:xfrm>
            <a:off x="2" y="0"/>
            <a:ext cx="1720042" cy="6858000"/>
          </a:xfrm>
          <a:custGeom>
            <a:avLst/>
            <a:gdLst/>
            <a:ahLst/>
            <a:cxnLst/>
            <a:rect l="l" t="t" r="r" b="b"/>
            <a:pathLst>
              <a:path w="1742046" h="7772400">
                <a:moveTo>
                  <a:pt x="0" y="7772400"/>
                </a:moveTo>
                <a:lnTo>
                  <a:pt x="1742046" y="7772400"/>
                </a:lnTo>
                <a:lnTo>
                  <a:pt x="1742046" y="0"/>
                </a:lnTo>
                <a:lnTo>
                  <a:pt x="0" y="0"/>
                </a:lnTo>
                <a:lnTo>
                  <a:pt x="0" y="7772400"/>
                </a:lnTo>
                <a:close/>
              </a:path>
            </a:pathLst>
          </a:custGeom>
          <a:solidFill>
            <a:srgbClr val="00338D"/>
          </a:solidFill>
        </p:spPr>
        <p:txBody>
          <a:bodyPr wrap="square" lIns="0" tIns="0" rIns="0" bIns="0" rtlCol="0">
            <a:noAutofit/>
          </a:bodyPr>
          <a:lstStyle/>
          <a:p>
            <a:pPr latinLnBrk="0"/>
            <a:endParaRPr sz="1800" dirty="0">
              <a:solidFill>
                <a:srgbClr val="000000"/>
              </a:solidFill>
            </a:endParaRPr>
          </a:p>
        </p:txBody>
      </p:sp>
      <p:sp>
        <p:nvSpPr>
          <p:cNvPr id="8" name="Text Placeholder 3"/>
          <p:cNvSpPr>
            <a:spLocks noGrp="1"/>
          </p:cNvSpPr>
          <p:nvPr>
            <p:ph type="body" sz="quarter" idx="11"/>
          </p:nvPr>
        </p:nvSpPr>
        <p:spPr>
          <a:xfrm>
            <a:off x="2236108" y="5036400"/>
            <a:ext cx="6687092" cy="216000"/>
          </a:xfrm>
        </p:spPr>
        <p:txBody>
          <a:bodyPr/>
          <a:lstStyle>
            <a:lvl1pPr>
              <a:defRPr sz="1100">
                <a:solidFill>
                  <a:schemeClr val="bg1"/>
                </a:solidFill>
              </a:defRPr>
            </a:lvl1pPr>
            <a:lvl2pPr>
              <a:defRPr sz="1100">
                <a:solidFill>
                  <a:schemeClr val="bg1"/>
                </a:solidFill>
              </a:defRPr>
            </a:lvl2pPr>
            <a:lvl3pPr>
              <a:buClr>
                <a:schemeClr val="bg1"/>
              </a:buClr>
              <a:defRPr sz="1100">
                <a:solidFill>
                  <a:schemeClr val="bg1"/>
                </a:solidFill>
              </a:defRPr>
            </a:lvl3pPr>
            <a:lvl4pPr>
              <a:buClr>
                <a:schemeClr val="bg1"/>
              </a:buClr>
              <a:defRPr sz="1100">
                <a:solidFill>
                  <a:schemeClr val="bg1"/>
                </a:solidFill>
              </a:defRPr>
            </a:lvl4pPr>
            <a:lvl5pPr>
              <a:buClr>
                <a:schemeClr val="bg1"/>
              </a:buClr>
              <a:defRPr sz="1100">
                <a:solidFill>
                  <a:schemeClr val="bg1"/>
                </a:solidFill>
              </a:defRPr>
            </a:lvl5pPr>
          </a:lstStyle>
          <a:p>
            <a:pPr lvl="0"/>
            <a:r>
              <a:rPr lang="ko-KR" altLang="en-US"/>
              <a:t>마스터 텍스트 스타일을 편집합니다</a:t>
            </a:r>
          </a:p>
        </p:txBody>
      </p:sp>
      <p:pic>
        <p:nvPicPr>
          <p:cNvPr id="7" name="그림 6"/>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2214803" y="782799"/>
            <a:ext cx="1553543" cy="343527"/>
          </a:xfrm>
          <a:prstGeom prst="rect">
            <a:avLst/>
          </a:prstGeom>
        </p:spPr>
      </p:pic>
    </p:spTree>
    <p:extLst>
      <p:ext uri="{BB962C8B-B14F-4D97-AF65-F5344CB8AC3E}">
        <p14:creationId xmlns:p14="http://schemas.microsoft.com/office/powerpoint/2010/main" val="166663268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preserve="1" userDrawn="1">
  <p:cSld name="TITLE SLIDE 6 - No image">
    <p:bg>
      <p:bgPr>
        <a:solidFill>
          <a:schemeClr val="accent1"/>
        </a:solidFill>
        <a:effectLst/>
      </p:bgPr>
    </p:bg>
    <p:spTree>
      <p:nvGrpSpPr>
        <p:cNvPr id="1" name=""/>
        <p:cNvGrpSpPr/>
        <p:nvPr/>
      </p:nvGrpSpPr>
      <p:grpSpPr>
        <a:xfrm>
          <a:off x="0" y="0"/>
          <a:ext cx="0" cy="0"/>
          <a:chOff x="0" y="0"/>
          <a:chExt cx="0" cy="0"/>
        </a:xfrm>
      </p:grpSpPr>
      <p:sp>
        <p:nvSpPr>
          <p:cNvPr id="2" name="Title 1"/>
          <p:cNvSpPr>
            <a:spLocks noGrp="1"/>
          </p:cNvSpPr>
          <p:nvPr>
            <p:ph type="ctrTitle" hasCustomPrompt="1"/>
          </p:nvPr>
        </p:nvSpPr>
        <p:spPr>
          <a:xfrm>
            <a:off x="2215200" y="1346400"/>
            <a:ext cx="6708000" cy="3510000"/>
          </a:xfrm>
          <a:prstGeom prst="rect">
            <a:avLst/>
          </a:prstGeom>
        </p:spPr>
        <p:txBody>
          <a:bodyPr anchor="t" anchorCtr="0"/>
          <a:lstStyle>
            <a:lvl1pPr algn="l">
              <a:defRPr sz="11000">
                <a:solidFill>
                  <a:schemeClr val="bg1"/>
                </a:solidFill>
              </a:defRPr>
            </a:lvl1pPr>
          </a:lstStyle>
          <a:p>
            <a:r>
              <a:rPr lang="en-GB" dirty="0"/>
              <a:t>Title slide 6 – </a:t>
            </a:r>
            <a:br>
              <a:rPr lang="en-GB" dirty="0"/>
            </a:br>
            <a:r>
              <a:rPr lang="en-GB" dirty="0"/>
              <a:t>no image</a:t>
            </a:r>
            <a:endParaRPr lang="en-US" dirty="0"/>
          </a:p>
        </p:txBody>
      </p:sp>
      <p:sp>
        <p:nvSpPr>
          <p:cNvPr id="4" name="object 3"/>
          <p:cNvSpPr/>
          <p:nvPr userDrawn="1"/>
        </p:nvSpPr>
        <p:spPr>
          <a:xfrm>
            <a:off x="2" y="0"/>
            <a:ext cx="1720042" cy="6858000"/>
          </a:xfrm>
          <a:custGeom>
            <a:avLst/>
            <a:gdLst/>
            <a:ahLst/>
            <a:cxnLst/>
            <a:rect l="l" t="t" r="r" b="b"/>
            <a:pathLst>
              <a:path w="1742046" h="7772400">
                <a:moveTo>
                  <a:pt x="0" y="7772400"/>
                </a:moveTo>
                <a:lnTo>
                  <a:pt x="1742046" y="7772400"/>
                </a:lnTo>
                <a:lnTo>
                  <a:pt x="1742046" y="0"/>
                </a:lnTo>
                <a:lnTo>
                  <a:pt x="0" y="0"/>
                </a:lnTo>
                <a:lnTo>
                  <a:pt x="0" y="7772400"/>
                </a:lnTo>
                <a:close/>
              </a:path>
            </a:pathLst>
          </a:custGeom>
          <a:solidFill>
            <a:srgbClr val="00338D"/>
          </a:solidFill>
        </p:spPr>
        <p:txBody>
          <a:bodyPr wrap="square" lIns="0" tIns="0" rIns="0" bIns="0" rtlCol="0">
            <a:noAutofit/>
          </a:bodyPr>
          <a:lstStyle/>
          <a:p>
            <a:pPr latinLnBrk="0"/>
            <a:endParaRPr sz="1800" dirty="0">
              <a:solidFill>
                <a:srgbClr val="000000"/>
              </a:solidFill>
            </a:endParaRPr>
          </a:p>
        </p:txBody>
      </p:sp>
      <p:sp>
        <p:nvSpPr>
          <p:cNvPr id="7" name="Text Placeholder 3"/>
          <p:cNvSpPr>
            <a:spLocks noGrp="1"/>
          </p:cNvSpPr>
          <p:nvPr>
            <p:ph type="body" sz="quarter" idx="11"/>
          </p:nvPr>
        </p:nvSpPr>
        <p:spPr>
          <a:xfrm>
            <a:off x="2236108" y="5036400"/>
            <a:ext cx="6687092" cy="216000"/>
          </a:xfrm>
        </p:spPr>
        <p:txBody>
          <a:bodyPr/>
          <a:lstStyle>
            <a:lvl1pPr>
              <a:defRPr sz="1100">
                <a:solidFill>
                  <a:schemeClr val="bg1"/>
                </a:solidFill>
              </a:defRPr>
            </a:lvl1pPr>
            <a:lvl2pPr>
              <a:defRPr sz="1100">
                <a:solidFill>
                  <a:schemeClr val="bg1"/>
                </a:solidFill>
              </a:defRPr>
            </a:lvl2pPr>
            <a:lvl3pPr>
              <a:buClr>
                <a:schemeClr val="bg1"/>
              </a:buClr>
              <a:defRPr sz="1100">
                <a:solidFill>
                  <a:schemeClr val="bg1"/>
                </a:solidFill>
              </a:defRPr>
            </a:lvl3pPr>
            <a:lvl4pPr>
              <a:buClr>
                <a:schemeClr val="bg1"/>
              </a:buClr>
              <a:defRPr sz="1100">
                <a:solidFill>
                  <a:schemeClr val="bg1"/>
                </a:solidFill>
              </a:defRPr>
            </a:lvl4pPr>
            <a:lvl5pPr>
              <a:buClr>
                <a:schemeClr val="bg1"/>
              </a:buClr>
              <a:defRPr sz="1100">
                <a:solidFill>
                  <a:schemeClr val="bg1"/>
                </a:solidFill>
              </a:defRPr>
            </a:lvl5pPr>
          </a:lstStyle>
          <a:p>
            <a:pPr lvl="0"/>
            <a:r>
              <a:rPr lang="ko-KR" altLang="en-US"/>
              <a:t>마스터 텍스트 스타일을 편집합니다</a:t>
            </a:r>
          </a:p>
        </p:txBody>
      </p:sp>
      <p:pic>
        <p:nvPicPr>
          <p:cNvPr id="8" name="그림 7"/>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2214803" y="782799"/>
            <a:ext cx="1553543" cy="343527"/>
          </a:xfrm>
          <a:prstGeom prst="rect">
            <a:avLst/>
          </a:prstGeom>
        </p:spPr>
      </p:pic>
    </p:spTree>
    <p:extLst>
      <p:ext uri="{BB962C8B-B14F-4D97-AF65-F5344CB8AC3E}">
        <p14:creationId xmlns:p14="http://schemas.microsoft.com/office/powerpoint/2010/main" val="16815157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itleOnly" preserve="1">
  <p:cSld name="제목만">
    <p:spTree>
      <p:nvGrpSpPr>
        <p:cNvPr id="1" name=""/>
        <p:cNvGrpSpPr/>
        <p:nvPr/>
      </p:nvGrpSpPr>
      <p:grpSpPr>
        <a:xfrm>
          <a:off x="0" y="0"/>
          <a:ext cx="0" cy="0"/>
          <a:chOff x="0" y="0"/>
          <a:chExt cx="0" cy="0"/>
        </a:xfrm>
      </p:grpSpPr>
      <p:sp>
        <p:nvSpPr>
          <p:cNvPr id="2" name="Title 1"/>
          <p:cNvSpPr>
            <a:spLocks noGrp="1"/>
          </p:cNvSpPr>
          <p:nvPr>
            <p:ph type="title"/>
          </p:nvPr>
        </p:nvSpPr>
        <p:spPr>
          <a:xfrm>
            <a:off x="815100" y="186338"/>
            <a:ext cx="8275800" cy="518400"/>
          </a:xfrm>
          <a:prstGeom prst="rect">
            <a:avLst/>
          </a:prstGeom>
        </p:spPr>
        <p:txBody>
          <a:bodyPr anchor="ctr" anchorCtr="0"/>
          <a:lstStyle>
            <a:lvl1pPr>
              <a:defRPr sz="2800">
                <a:latin typeface="맑은 고딕" panose="020B0503020000020004" pitchFamily="50" charset="-127"/>
                <a:ea typeface="맑은 고딕" panose="020B0503020000020004" pitchFamily="50" charset="-127"/>
              </a:defRPr>
            </a:lvl1pPr>
          </a:lstStyle>
          <a:p>
            <a:r>
              <a:rPr lang="ko-KR" altLang="en-US" dirty="0"/>
              <a:t>마스터 제목 스타일 편집</a:t>
            </a:r>
            <a:endParaRPr lang="en-US" dirty="0"/>
          </a:p>
        </p:txBody>
      </p:sp>
    </p:spTree>
    <p:extLst>
      <p:ext uri="{BB962C8B-B14F-4D97-AF65-F5344CB8AC3E}">
        <p14:creationId xmlns:p14="http://schemas.microsoft.com/office/powerpoint/2010/main" val="197298764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ONE COLUMN TEXT">
    <p:spTree>
      <p:nvGrpSpPr>
        <p:cNvPr id="1" name=""/>
        <p:cNvGrpSpPr/>
        <p:nvPr/>
      </p:nvGrpSpPr>
      <p:grpSpPr>
        <a:xfrm>
          <a:off x="0" y="0"/>
          <a:ext cx="0" cy="0"/>
          <a:chOff x="0" y="0"/>
          <a:chExt cx="0" cy="0"/>
        </a:xfrm>
      </p:grpSpPr>
      <p:sp>
        <p:nvSpPr>
          <p:cNvPr id="2" name="Title 1"/>
          <p:cNvSpPr>
            <a:spLocks noGrp="1"/>
          </p:cNvSpPr>
          <p:nvPr>
            <p:ph type="title"/>
          </p:nvPr>
        </p:nvSpPr>
        <p:spPr>
          <a:xfrm>
            <a:off x="815100" y="432000"/>
            <a:ext cx="8275800" cy="518400"/>
          </a:xfrm>
          <a:prstGeom prst="rect">
            <a:avLst/>
          </a:prstGeom>
        </p:spPr>
        <p:txBody>
          <a:bodyPr/>
          <a:lstStyle/>
          <a:p>
            <a:r>
              <a:rPr lang="ko-KR" altLang="en-US"/>
              <a:t>마스터 제목 스타일 편집</a:t>
            </a:r>
            <a:endParaRPr lang="en-US" dirty="0"/>
          </a:p>
        </p:txBody>
      </p:sp>
      <p:sp>
        <p:nvSpPr>
          <p:cNvPr id="9" name="Text Placeholder 8"/>
          <p:cNvSpPr>
            <a:spLocks noGrp="1"/>
          </p:cNvSpPr>
          <p:nvPr>
            <p:ph type="body" sz="quarter" idx="10"/>
          </p:nvPr>
        </p:nvSpPr>
        <p:spPr>
          <a:xfrm>
            <a:off x="815100" y="1209602"/>
            <a:ext cx="8275800" cy="4594225"/>
          </a:xfrm>
        </p:spPr>
        <p:txBody>
          <a:bodyPr/>
          <a:lstStyle/>
          <a:p>
            <a:pPr lvl="0"/>
            <a:r>
              <a:rPr lang="ko-KR" altLang="en-US"/>
              <a:t>마스터 텍스트 스타일을 편집합니다</a:t>
            </a:r>
          </a:p>
          <a:p>
            <a:pPr lvl="1"/>
            <a:r>
              <a:rPr lang="ko-KR" altLang="en-US"/>
              <a:t>둘째 수준</a:t>
            </a:r>
          </a:p>
          <a:p>
            <a:pPr lvl="2"/>
            <a:r>
              <a:rPr lang="ko-KR" altLang="en-US"/>
              <a:t>셋째 수준</a:t>
            </a:r>
          </a:p>
          <a:p>
            <a:pPr lvl="3"/>
            <a:r>
              <a:rPr lang="ko-KR" altLang="en-US"/>
              <a:t>넷째 수준</a:t>
            </a:r>
          </a:p>
          <a:p>
            <a:pPr lvl="4"/>
            <a:r>
              <a:rPr lang="ko-KR" altLang="en-US"/>
              <a:t>다섯째 수준</a:t>
            </a:r>
            <a:endParaRPr lang="en-GB" dirty="0"/>
          </a:p>
        </p:txBody>
      </p:sp>
    </p:spTree>
    <p:extLst>
      <p:ext uri="{BB962C8B-B14F-4D97-AF65-F5344CB8AC3E}">
        <p14:creationId xmlns:p14="http://schemas.microsoft.com/office/powerpoint/2010/main" val="219664537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TWO COLUMN TEXT">
    <p:spTree>
      <p:nvGrpSpPr>
        <p:cNvPr id="1" name=""/>
        <p:cNvGrpSpPr/>
        <p:nvPr/>
      </p:nvGrpSpPr>
      <p:grpSpPr>
        <a:xfrm>
          <a:off x="0" y="0"/>
          <a:ext cx="0" cy="0"/>
          <a:chOff x="0" y="0"/>
          <a:chExt cx="0" cy="0"/>
        </a:xfrm>
      </p:grpSpPr>
      <p:sp>
        <p:nvSpPr>
          <p:cNvPr id="2" name="Title 1"/>
          <p:cNvSpPr>
            <a:spLocks noGrp="1"/>
          </p:cNvSpPr>
          <p:nvPr>
            <p:ph type="title"/>
          </p:nvPr>
        </p:nvSpPr>
        <p:spPr>
          <a:xfrm>
            <a:off x="815100" y="432000"/>
            <a:ext cx="8275800" cy="518400"/>
          </a:xfrm>
          <a:prstGeom prst="rect">
            <a:avLst/>
          </a:prstGeom>
        </p:spPr>
        <p:txBody>
          <a:bodyPr/>
          <a:lstStyle/>
          <a:p>
            <a:r>
              <a:rPr lang="ko-KR" altLang="en-US"/>
              <a:t>마스터 제목 스타일 편집</a:t>
            </a:r>
            <a:endParaRPr lang="en-US" dirty="0"/>
          </a:p>
        </p:txBody>
      </p:sp>
      <p:sp>
        <p:nvSpPr>
          <p:cNvPr id="9" name="Text Placeholder 8"/>
          <p:cNvSpPr>
            <a:spLocks noGrp="1"/>
          </p:cNvSpPr>
          <p:nvPr>
            <p:ph type="body" sz="quarter" idx="10"/>
          </p:nvPr>
        </p:nvSpPr>
        <p:spPr>
          <a:xfrm>
            <a:off x="815100" y="1209602"/>
            <a:ext cx="4036500" cy="4594225"/>
          </a:xfrm>
        </p:spPr>
        <p:txBody>
          <a:bodyPr/>
          <a:lstStyle/>
          <a:p>
            <a:pPr lvl="0"/>
            <a:r>
              <a:rPr lang="ko-KR" altLang="en-US"/>
              <a:t>마스터 텍스트 스타일을 편집합니다</a:t>
            </a:r>
          </a:p>
          <a:p>
            <a:pPr lvl="1"/>
            <a:r>
              <a:rPr lang="ko-KR" altLang="en-US"/>
              <a:t>둘째 수준</a:t>
            </a:r>
          </a:p>
          <a:p>
            <a:pPr lvl="2"/>
            <a:r>
              <a:rPr lang="ko-KR" altLang="en-US"/>
              <a:t>셋째 수준</a:t>
            </a:r>
          </a:p>
          <a:p>
            <a:pPr lvl="3"/>
            <a:r>
              <a:rPr lang="ko-KR" altLang="en-US"/>
              <a:t>넷째 수준</a:t>
            </a:r>
          </a:p>
          <a:p>
            <a:pPr lvl="4"/>
            <a:r>
              <a:rPr lang="ko-KR" altLang="en-US"/>
              <a:t>다섯째 수준</a:t>
            </a:r>
            <a:endParaRPr lang="en-GB" dirty="0"/>
          </a:p>
        </p:txBody>
      </p:sp>
      <p:sp>
        <p:nvSpPr>
          <p:cNvPr id="4" name="Text Placeholder 8"/>
          <p:cNvSpPr>
            <a:spLocks noGrp="1"/>
          </p:cNvSpPr>
          <p:nvPr>
            <p:ph type="body" sz="quarter" idx="11"/>
          </p:nvPr>
        </p:nvSpPr>
        <p:spPr>
          <a:xfrm>
            <a:off x="5054400" y="1209602"/>
            <a:ext cx="4036500" cy="4594225"/>
          </a:xfrm>
        </p:spPr>
        <p:txBody>
          <a:bodyPr/>
          <a:lstStyle/>
          <a:p>
            <a:pPr lvl="0"/>
            <a:r>
              <a:rPr lang="ko-KR" altLang="en-US"/>
              <a:t>마스터 텍스트 스타일을 편집합니다</a:t>
            </a:r>
          </a:p>
          <a:p>
            <a:pPr lvl="1"/>
            <a:r>
              <a:rPr lang="ko-KR" altLang="en-US"/>
              <a:t>둘째 수준</a:t>
            </a:r>
          </a:p>
          <a:p>
            <a:pPr lvl="2"/>
            <a:r>
              <a:rPr lang="ko-KR" altLang="en-US"/>
              <a:t>셋째 수준</a:t>
            </a:r>
          </a:p>
          <a:p>
            <a:pPr lvl="3"/>
            <a:r>
              <a:rPr lang="ko-KR" altLang="en-US"/>
              <a:t>넷째 수준</a:t>
            </a:r>
          </a:p>
          <a:p>
            <a:pPr lvl="4"/>
            <a:r>
              <a:rPr lang="ko-KR" altLang="en-US"/>
              <a:t>다섯째 수준</a:t>
            </a:r>
            <a:endParaRPr lang="en-GB" dirty="0"/>
          </a:p>
        </p:txBody>
      </p:sp>
    </p:spTree>
    <p:extLst>
      <p:ext uri="{BB962C8B-B14F-4D97-AF65-F5344CB8AC3E}">
        <p14:creationId xmlns:p14="http://schemas.microsoft.com/office/powerpoint/2010/main" val="358935234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TEXT WITH IMAGE OR CHART">
    <p:spTree>
      <p:nvGrpSpPr>
        <p:cNvPr id="1" name=""/>
        <p:cNvGrpSpPr/>
        <p:nvPr/>
      </p:nvGrpSpPr>
      <p:grpSpPr>
        <a:xfrm>
          <a:off x="0" y="0"/>
          <a:ext cx="0" cy="0"/>
          <a:chOff x="0" y="0"/>
          <a:chExt cx="0" cy="0"/>
        </a:xfrm>
      </p:grpSpPr>
      <p:sp>
        <p:nvSpPr>
          <p:cNvPr id="2" name="Title 1"/>
          <p:cNvSpPr>
            <a:spLocks noGrp="1"/>
          </p:cNvSpPr>
          <p:nvPr>
            <p:ph type="title"/>
          </p:nvPr>
        </p:nvSpPr>
        <p:spPr>
          <a:xfrm>
            <a:off x="815100" y="432000"/>
            <a:ext cx="8275800" cy="518400"/>
          </a:xfrm>
          <a:prstGeom prst="rect">
            <a:avLst/>
          </a:prstGeom>
        </p:spPr>
        <p:txBody>
          <a:bodyPr/>
          <a:lstStyle/>
          <a:p>
            <a:r>
              <a:rPr lang="ko-KR" altLang="en-US"/>
              <a:t>마스터 제목 스타일 편집</a:t>
            </a:r>
            <a:endParaRPr lang="en-US" dirty="0"/>
          </a:p>
        </p:txBody>
      </p:sp>
      <p:sp>
        <p:nvSpPr>
          <p:cNvPr id="9" name="Text Placeholder 8"/>
          <p:cNvSpPr>
            <a:spLocks noGrp="1"/>
          </p:cNvSpPr>
          <p:nvPr>
            <p:ph type="body" sz="quarter" idx="10"/>
          </p:nvPr>
        </p:nvSpPr>
        <p:spPr>
          <a:xfrm>
            <a:off x="815100" y="1209602"/>
            <a:ext cx="4036500" cy="4594225"/>
          </a:xfrm>
        </p:spPr>
        <p:txBody>
          <a:bodyPr/>
          <a:lstStyle/>
          <a:p>
            <a:pPr lvl="0"/>
            <a:r>
              <a:rPr lang="ko-KR" altLang="en-US"/>
              <a:t>마스터 텍스트 스타일을 편집합니다</a:t>
            </a:r>
          </a:p>
          <a:p>
            <a:pPr lvl="1"/>
            <a:r>
              <a:rPr lang="ko-KR" altLang="en-US"/>
              <a:t>둘째 수준</a:t>
            </a:r>
          </a:p>
          <a:p>
            <a:pPr lvl="2"/>
            <a:r>
              <a:rPr lang="ko-KR" altLang="en-US"/>
              <a:t>셋째 수준</a:t>
            </a:r>
          </a:p>
          <a:p>
            <a:pPr lvl="3"/>
            <a:r>
              <a:rPr lang="ko-KR" altLang="en-US"/>
              <a:t>넷째 수준</a:t>
            </a:r>
          </a:p>
          <a:p>
            <a:pPr lvl="4"/>
            <a:r>
              <a:rPr lang="ko-KR" altLang="en-US"/>
              <a:t>다섯째 수준</a:t>
            </a:r>
            <a:endParaRPr lang="en-GB" dirty="0"/>
          </a:p>
        </p:txBody>
      </p:sp>
      <p:sp>
        <p:nvSpPr>
          <p:cNvPr id="5" name="Chart Placeholder 4"/>
          <p:cNvSpPr>
            <a:spLocks noGrp="1"/>
          </p:cNvSpPr>
          <p:nvPr>
            <p:ph type="chart" sz="quarter" idx="13"/>
          </p:nvPr>
        </p:nvSpPr>
        <p:spPr>
          <a:xfrm>
            <a:off x="5054400" y="1209600"/>
            <a:ext cx="4036500" cy="4593600"/>
          </a:xfrm>
        </p:spPr>
        <p:txBody>
          <a:bodyPr anchor="ctr"/>
          <a:lstStyle>
            <a:lvl1pPr algn="ctr">
              <a:defRPr/>
            </a:lvl1pPr>
          </a:lstStyle>
          <a:p>
            <a:r>
              <a:rPr lang="ko-KR" altLang="en-US"/>
              <a:t>차트를 추가하려면 아이콘을 클릭하십시오</a:t>
            </a:r>
            <a:endParaRPr lang="en-GB" dirty="0"/>
          </a:p>
        </p:txBody>
      </p:sp>
    </p:spTree>
    <p:extLst>
      <p:ext uri="{BB962C8B-B14F-4D97-AF65-F5344CB8AC3E}">
        <p14:creationId xmlns:p14="http://schemas.microsoft.com/office/powerpoint/2010/main" val="52916909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2 COLUMN CHART TEXT">
    <p:spTree>
      <p:nvGrpSpPr>
        <p:cNvPr id="1" name=""/>
        <p:cNvGrpSpPr/>
        <p:nvPr/>
      </p:nvGrpSpPr>
      <p:grpSpPr>
        <a:xfrm>
          <a:off x="0" y="0"/>
          <a:ext cx="0" cy="0"/>
          <a:chOff x="0" y="0"/>
          <a:chExt cx="0" cy="0"/>
        </a:xfrm>
      </p:grpSpPr>
      <p:sp>
        <p:nvSpPr>
          <p:cNvPr id="2" name="Title 1"/>
          <p:cNvSpPr>
            <a:spLocks noGrp="1"/>
          </p:cNvSpPr>
          <p:nvPr>
            <p:ph type="title"/>
          </p:nvPr>
        </p:nvSpPr>
        <p:spPr>
          <a:xfrm>
            <a:off x="815100" y="432000"/>
            <a:ext cx="8275800" cy="518400"/>
          </a:xfrm>
          <a:prstGeom prst="rect">
            <a:avLst/>
          </a:prstGeom>
        </p:spPr>
        <p:txBody>
          <a:bodyPr/>
          <a:lstStyle/>
          <a:p>
            <a:r>
              <a:rPr lang="ko-KR" altLang="en-US"/>
              <a:t>마스터 제목 스타일 편집</a:t>
            </a:r>
            <a:endParaRPr lang="en-US" dirty="0"/>
          </a:p>
        </p:txBody>
      </p:sp>
      <p:sp>
        <p:nvSpPr>
          <p:cNvPr id="5" name="Chart Placeholder 4"/>
          <p:cNvSpPr>
            <a:spLocks noGrp="1"/>
          </p:cNvSpPr>
          <p:nvPr>
            <p:ph type="chart" sz="quarter" idx="11"/>
          </p:nvPr>
        </p:nvSpPr>
        <p:spPr>
          <a:xfrm>
            <a:off x="5054400" y="1209600"/>
            <a:ext cx="4036500" cy="4593600"/>
          </a:xfrm>
        </p:spPr>
        <p:txBody>
          <a:bodyPr anchor="ctr"/>
          <a:lstStyle>
            <a:lvl1pPr algn="ctr">
              <a:defRPr/>
            </a:lvl1pPr>
          </a:lstStyle>
          <a:p>
            <a:r>
              <a:rPr lang="ko-KR" altLang="en-US"/>
              <a:t>차트를 추가하려면 아이콘을 클릭하십시오</a:t>
            </a:r>
            <a:endParaRPr lang="en-GB" dirty="0"/>
          </a:p>
        </p:txBody>
      </p:sp>
      <p:sp>
        <p:nvSpPr>
          <p:cNvPr id="6" name="Chart Placeholder 4"/>
          <p:cNvSpPr>
            <a:spLocks noGrp="1"/>
          </p:cNvSpPr>
          <p:nvPr>
            <p:ph type="chart" sz="quarter" idx="12"/>
          </p:nvPr>
        </p:nvSpPr>
        <p:spPr>
          <a:xfrm>
            <a:off x="815100" y="1209600"/>
            <a:ext cx="4036500" cy="4593600"/>
          </a:xfrm>
        </p:spPr>
        <p:txBody>
          <a:bodyPr anchor="ctr"/>
          <a:lstStyle>
            <a:lvl1pPr algn="ctr">
              <a:defRPr/>
            </a:lvl1pPr>
          </a:lstStyle>
          <a:p>
            <a:r>
              <a:rPr lang="ko-KR" altLang="en-US"/>
              <a:t>차트를 추가하려면 아이콘을 클릭하십시오</a:t>
            </a:r>
            <a:endParaRPr lang="en-GB" dirty="0"/>
          </a:p>
        </p:txBody>
      </p:sp>
    </p:spTree>
    <p:extLst>
      <p:ext uri="{BB962C8B-B14F-4D97-AF65-F5344CB8AC3E}">
        <p14:creationId xmlns:p14="http://schemas.microsoft.com/office/powerpoint/2010/main" val="166530755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1 COLUMN CHART TEXT">
    <p:spTree>
      <p:nvGrpSpPr>
        <p:cNvPr id="1" name=""/>
        <p:cNvGrpSpPr/>
        <p:nvPr/>
      </p:nvGrpSpPr>
      <p:grpSpPr>
        <a:xfrm>
          <a:off x="0" y="0"/>
          <a:ext cx="0" cy="0"/>
          <a:chOff x="0" y="0"/>
          <a:chExt cx="0" cy="0"/>
        </a:xfrm>
      </p:grpSpPr>
      <p:sp>
        <p:nvSpPr>
          <p:cNvPr id="2" name="Title 1"/>
          <p:cNvSpPr>
            <a:spLocks noGrp="1"/>
          </p:cNvSpPr>
          <p:nvPr>
            <p:ph type="title"/>
          </p:nvPr>
        </p:nvSpPr>
        <p:spPr>
          <a:xfrm>
            <a:off x="815100" y="432000"/>
            <a:ext cx="8275800" cy="518400"/>
          </a:xfrm>
          <a:prstGeom prst="rect">
            <a:avLst/>
          </a:prstGeom>
        </p:spPr>
        <p:txBody>
          <a:bodyPr/>
          <a:lstStyle/>
          <a:p>
            <a:r>
              <a:rPr lang="ko-KR" altLang="en-US"/>
              <a:t>마스터 제목 스타일 편집</a:t>
            </a:r>
            <a:endParaRPr lang="en-US" dirty="0"/>
          </a:p>
        </p:txBody>
      </p:sp>
      <p:sp>
        <p:nvSpPr>
          <p:cNvPr id="9" name="Text Placeholder 8"/>
          <p:cNvSpPr>
            <a:spLocks noGrp="1"/>
          </p:cNvSpPr>
          <p:nvPr>
            <p:ph type="body" sz="quarter" idx="10"/>
          </p:nvPr>
        </p:nvSpPr>
        <p:spPr>
          <a:xfrm>
            <a:off x="815100" y="3607200"/>
            <a:ext cx="8275800" cy="2196000"/>
          </a:xfrm>
        </p:spPr>
        <p:txBody>
          <a:bodyPr/>
          <a:lstStyle/>
          <a:p>
            <a:pPr lvl="0"/>
            <a:r>
              <a:rPr lang="ko-KR" altLang="en-US"/>
              <a:t>마스터 텍스트 스타일을 편집합니다</a:t>
            </a:r>
          </a:p>
          <a:p>
            <a:pPr lvl="1"/>
            <a:r>
              <a:rPr lang="ko-KR" altLang="en-US"/>
              <a:t>둘째 수준</a:t>
            </a:r>
          </a:p>
          <a:p>
            <a:pPr lvl="2"/>
            <a:r>
              <a:rPr lang="ko-KR" altLang="en-US"/>
              <a:t>셋째 수준</a:t>
            </a:r>
          </a:p>
          <a:p>
            <a:pPr lvl="3"/>
            <a:r>
              <a:rPr lang="ko-KR" altLang="en-US"/>
              <a:t>넷째 수준</a:t>
            </a:r>
          </a:p>
          <a:p>
            <a:pPr lvl="4"/>
            <a:r>
              <a:rPr lang="ko-KR" altLang="en-US"/>
              <a:t>다섯째 수준</a:t>
            </a:r>
            <a:endParaRPr lang="en-GB" dirty="0"/>
          </a:p>
        </p:txBody>
      </p:sp>
      <p:sp>
        <p:nvSpPr>
          <p:cNvPr id="5" name="Chart Placeholder 4"/>
          <p:cNvSpPr>
            <a:spLocks noGrp="1"/>
          </p:cNvSpPr>
          <p:nvPr>
            <p:ph type="chart" sz="quarter" idx="11"/>
          </p:nvPr>
        </p:nvSpPr>
        <p:spPr>
          <a:xfrm>
            <a:off x="815100" y="1209600"/>
            <a:ext cx="8275800" cy="2196000"/>
          </a:xfrm>
        </p:spPr>
        <p:txBody>
          <a:bodyPr anchor="ctr"/>
          <a:lstStyle>
            <a:lvl1pPr algn="ctr">
              <a:defRPr/>
            </a:lvl1pPr>
          </a:lstStyle>
          <a:p>
            <a:r>
              <a:rPr lang="ko-KR" altLang="en-US"/>
              <a:t>차트를 추가하려면 아이콘을 클릭하십시오</a:t>
            </a:r>
            <a:endParaRPr lang="en-GB" dirty="0"/>
          </a:p>
        </p:txBody>
      </p:sp>
    </p:spTree>
    <p:extLst>
      <p:ext uri="{BB962C8B-B14F-4D97-AF65-F5344CB8AC3E}">
        <p14:creationId xmlns:p14="http://schemas.microsoft.com/office/powerpoint/2010/main" val="1202039440"/>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3 COLUMN CHART TEXT">
    <p:spTree>
      <p:nvGrpSpPr>
        <p:cNvPr id="1" name=""/>
        <p:cNvGrpSpPr/>
        <p:nvPr/>
      </p:nvGrpSpPr>
      <p:grpSpPr>
        <a:xfrm>
          <a:off x="0" y="0"/>
          <a:ext cx="0" cy="0"/>
          <a:chOff x="0" y="0"/>
          <a:chExt cx="0" cy="0"/>
        </a:xfrm>
      </p:grpSpPr>
      <p:sp>
        <p:nvSpPr>
          <p:cNvPr id="2" name="Title 1"/>
          <p:cNvSpPr>
            <a:spLocks noGrp="1"/>
          </p:cNvSpPr>
          <p:nvPr>
            <p:ph type="title"/>
          </p:nvPr>
        </p:nvSpPr>
        <p:spPr>
          <a:xfrm>
            <a:off x="815100" y="432000"/>
            <a:ext cx="8275800" cy="518400"/>
          </a:xfrm>
          <a:prstGeom prst="rect">
            <a:avLst/>
          </a:prstGeom>
        </p:spPr>
        <p:txBody>
          <a:bodyPr/>
          <a:lstStyle/>
          <a:p>
            <a:r>
              <a:rPr lang="ko-KR" altLang="en-US"/>
              <a:t>마스터 제목 스타일 편집</a:t>
            </a:r>
            <a:endParaRPr lang="en-US" dirty="0"/>
          </a:p>
        </p:txBody>
      </p:sp>
      <p:sp>
        <p:nvSpPr>
          <p:cNvPr id="5" name="Chart Placeholder 4"/>
          <p:cNvSpPr>
            <a:spLocks noGrp="1"/>
          </p:cNvSpPr>
          <p:nvPr>
            <p:ph type="chart" sz="quarter" idx="11"/>
          </p:nvPr>
        </p:nvSpPr>
        <p:spPr>
          <a:xfrm>
            <a:off x="3697200" y="1209600"/>
            <a:ext cx="2550600" cy="2185200"/>
          </a:xfrm>
        </p:spPr>
        <p:txBody>
          <a:bodyPr anchor="ctr"/>
          <a:lstStyle>
            <a:lvl1pPr algn="ctr">
              <a:defRPr/>
            </a:lvl1pPr>
          </a:lstStyle>
          <a:p>
            <a:r>
              <a:rPr lang="ko-KR" altLang="en-US"/>
              <a:t>차트를 추가하려면 아이콘을 클릭하십시오</a:t>
            </a:r>
            <a:endParaRPr lang="en-GB" dirty="0"/>
          </a:p>
        </p:txBody>
      </p:sp>
      <p:sp>
        <p:nvSpPr>
          <p:cNvPr id="6" name="Chart Placeholder 4"/>
          <p:cNvSpPr>
            <a:spLocks noGrp="1"/>
          </p:cNvSpPr>
          <p:nvPr>
            <p:ph type="chart" sz="quarter" idx="12"/>
          </p:nvPr>
        </p:nvSpPr>
        <p:spPr>
          <a:xfrm>
            <a:off x="815100" y="1209600"/>
            <a:ext cx="2589600" cy="2185200"/>
          </a:xfrm>
        </p:spPr>
        <p:txBody>
          <a:bodyPr anchor="ctr"/>
          <a:lstStyle>
            <a:lvl1pPr algn="ctr">
              <a:defRPr/>
            </a:lvl1pPr>
          </a:lstStyle>
          <a:p>
            <a:r>
              <a:rPr lang="ko-KR" altLang="en-US"/>
              <a:t>차트를 추가하려면 아이콘을 클릭하십시오</a:t>
            </a:r>
            <a:endParaRPr lang="en-GB" dirty="0"/>
          </a:p>
        </p:txBody>
      </p:sp>
      <p:sp>
        <p:nvSpPr>
          <p:cNvPr id="7" name="Text Placeholder 8"/>
          <p:cNvSpPr>
            <a:spLocks noGrp="1"/>
          </p:cNvSpPr>
          <p:nvPr>
            <p:ph type="body" sz="quarter" idx="10"/>
          </p:nvPr>
        </p:nvSpPr>
        <p:spPr>
          <a:xfrm>
            <a:off x="815100" y="3607200"/>
            <a:ext cx="2589600" cy="2196000"/>
          </a:xfrm>
        </p:spPr>
        <p:txBody>
          <a:bodyPr/>
          <a:lstStyle/>
          <a:p>
            <a:pPr lvl="0"/>
            <a:r>
              <a:rPr lang="ko-KR" altLang="en-US"/>
              <a:t>마스터 텍스트 스타일을 편집합니다</a:t>
            </a:r>
          </a:p>
          <a:p>
            <a:pPr lvl="1"/>
            <a:r>
              <a:rPr lang="ko-KR" altLang="en-US"/>
              <a:t>둘째 수준</a:t>
            </a:r>
          </a:p>
          <a:p>
            <a:pPr lvl="2"/>
            <a:r>
              <a:rPr lang="ko-KR" altLang="en-US"/>
              <a:t>셋째 수준</a:t>
            </a:r>
          </a:p>
          <a:p>
            <a:pPr lvl="3"/>
            <a:r>
              <a:rPr lang="ko-KR" altLang="en-US"/>
              <a:t>넷째 수준</a:t>
            </a:r>
          </a:p>
          <a:p>
            <a:pPr lvl="4"/>
            <a:r>
              <a:rPr lang="ko-KR" altLang="en-US"/>
              <a:t>다섯째 수준</a:t>
            </a:r>
            <a:endParaRPr lang="en-GB" dirty="0"/>
          </a:p>
        </p:txBody>
      </p:sp>
      <p:sp>
        <p:nvSpPr>
          <p:cNvPr id="8" name="Chart Placeholder 4"/>
          <p:cNvSpPr>
            <a:spLocks noGrp="1"/>
          </p:cNvSpPr>
          <p:nvPr>
            <p:ph type="chart" sz="quarter" idx="13"/>
          </p:nvPr>
        </p:nvSpPr>
        <p:spPr>
          <a:xfrm>
            <a:off x="6540300" y="1209600"/>
            <a:ext cx="2550600" cy="2185200"/>
          </a:xfrm>
        </p:spPr>
        <p:txBody>
          <a:bodyPr anchor="ctr"/>
          <a:lstStyle>
            <a:lvl1pPr algn="ctr">
              <a:defRPr/>
            </a:lvl1pPr>
          </a:lstStyle>
          <a:p>
            <a:r>
              <a:rPr lang="ko-KR" altLang="en-US"/>
              <a:t>차트를 추가하려면 아이콘을 클릭하십시오</a:t>
            </a:r>
            <a:endParaRPr lang="en-GB" dirty="0"/>
          </a:p>
        </p:txBody>
      </p:sp>
      <p:sp>
        <p:nvSpPr>
          <p:cNvPr id="9" name="Text Placeholder 8"/>
          <p:cNvSpPr>
            <a:spLocks noGrp="1"/>
          </p:cNvSpPr>
          <p:nvPr>
            <p:ph type="body" sz="quarter" idx="14"/>
          </p:nvPr>
        </p:nvSpPr>
        <p:spPr>
          <a:xfrm>
            <a:off x="3658200" y="3607200"/>
            <a:ext cx="2589600" cy="2196000"/>
          </a:xfrm>
        </p:spPr>
        <p:txBody>
          <a:bodyPr/>
          <a:lstStyle/>
          <a:p>
            <a:pPr lvl="0"/>
            <a:r>
              <a:rPr lang="ko-KR" altLang="en-US"/>
              <a:t>마스터 텍스트 스타일을 편집합니다</a:t>
            </a:r>
          </a:p>
          <a:p>
            <a:pPr lvl="1"/>
            <a:r>
              <a:rPr lang="ko-KR" altLang="en-US"/>
              <a:t>둘째 수준</a:t>
            </a:r>
          </a:p>
          <a:p>
            <a:pPr lvl="2"/>
            <a:r>
              <a:rPr lang="ko-KR" altLang="en-US"/>
              <a:t>셋째 수준</a:t>
            </a:r>
          </a:p>
          <a:p>
            <a:pPr lvl="3"/>
            <a:r>
              <a:rPr lang="ko-KR" altLang="en-US"/>
              <a:t>넷째 수준</a:t>
            </a:r>
          </a:p>
          <a:p>
            <a:pPr lvl="4"/>
            <a:r>
              <a:rPr lang="ko-KR" altLang="en-US"/>
              <a:t>다섯째 수준</a:t>
            </a:r>
            <a:endParaRPr lang="en-GB" dirty="0"/>
          </a:p>
        </p:txBody>
      </p:sp>
      <p:sp>
        <p:nvSpPr>
          <p:cNvPr id="10" name="Text Placeholder 8"/>
          <p:cNvSpPr>
            <a:spLocks noGrp="1"/>
          </p:cNvSpPr>
          <p:nvPr>
            <p:ph type="body" sz="quarter" idx="15"/>
          </p:nvPr>
        </p:nvSpPr>
        <p:spPr>
          <a:xfrm>
            <a:off x="6501300" y="3607200"/>
            <a:ext cx="2589600" cy="2196000"/>
          </a:xfrm>
        </p:spPr>
        <p:txBody>
          <a:bodyPr/>
          <a:lstStyle/>
          <a:p>
            <a:pPr lvl="0"/>
            <a:r>
              <a:rPr lang="ko-KR" altLang="en-US"/>
              <a:t>마스터 텍스트 스타일을 편집합니다</a:t>
            </a:r>
          </a:p>
          <a:p>
            <a:pPr lvl="1"/>
            <a:r>
              <a:rPr lang="ko-KR" altLang="en-US"/>
              <a:t>둘째 수준</a:t>
            </a:r>
          </a:p>
          <a:p>
            <a:pPr lvl="2"/>
            <a:r>
              <a:rPr lang="ko-KR" altLang="en-US"/>
              <a:t>셋째 수준</a:t>
            </a:r>
          </a:p>
          <a:p>
            <a:pPr lvl="3"/>
            <a:r>
              <a:rPr lang="ko-KR" altLang="en-US"/>
              <a:t>넷째 수준</a:t>
            </a:r>
          </a:p>
          <a:p>
            <a:pPr lvl="4"/>
            <a:r>
              <a:rPr lang="ko-KR" altLang="en-US"/>
              <a:t>다섯째 수준</a:t>
            </a:r>
            <a:endParaRPr lang="en-GB" dirty="0"/>
          </a:p>
        </p:txBody>
      </p:sp>
    </p:spTree>
    <p:extLst>
      <p:ext uri="{BB962C8B-B14F-4D97-AF65-F5344CB8AC3E}">
        <p14:creationId xmlns:p14="http://schemas.microsoft.com/office/powerpoint/2010/main" val="3932943711"/>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TITLE AND PICTURE">
    <p:spTree>
      <p:nvGrpSpPr>
        <p:cNvPr id="1" name=""/>
        <p:cNvGrpSpPr/>
        <p:nvPr/>
      </p:nvGrpSpPr>
      <p:grpSpPr>
        <a:xfrm>
          <a:off x="0" y="0"/>
          <a:ext cx="0" cy="0"/>
          <a:chOff x="0" y="0"/>
          <a:chExt cx="0" cy="0"/>
        </a:xfrm>
      </p:grpSpPr>
      <p:sp>
        <p:nvSpPr>
          <p:cNvPr id="2" name="Title 1"/>
          <p:cNvSpPr>
            <a:spLocks noGrp="1"/>
          </p:cNvSpPr>
          <p:nvPr>
            <p:ph type="title"/>
          </p:nvPr>
        </p:nvSpPr>
        <p:spPr>
          <a:xfrm>
            <a:off x="815100" y="432000"/>
            <a:ext cx="8275800" cy="518400"/>
          </a:xfrm>
          <a:prstGeom prst="rect">
            <a:avLst/>
          </a:prstGeom>
        </p:spPr>
        <p:txBody>
          <a:bodyPr/>
          <a:lstStyle/>
          <a:p>
            <a:r>
              <a:rPr lang="ko-KR" altLang="en-US"/>
              <a:t>마스터 제목 스타일 편집</a:t>
            </a:r>
            <a:endParaRPr lang="en-US" dirty="0"/>
          </a:p>
        </p:txBody>
      </p:sp>
      <p:sp>
        <p:nvSpPr>
          <p:cNvPr id="4" name="Picture Placeholder 3"/>
          <p:cNvSpPr>
            <a:spLocks noGrp="1"/>
          </p:cNvSpPr>
          <p:nvPr>
            <p:ph type="pic" sz="quarter" idx="10"/>
          </p:nvPr>
        </p:nvSpPr>
        <p:spPr>
          <a:xfrm>
            <a:off x="815100" y="1209600"/>
            <a:ext cx="8275800" cy="4593600"/>
          </a:xfrm>
        </p:spPr>
        <p:txBody>
          <a:bodyPr anchor="ctr"/>
          <a:lstStyle>
            <a:lvl1pPr algn="ctr">
              <a:defRPr/>
            </a:lvl1pPr>
          </a:lstStyle>
          <a:p>
            <a:r>
              <a:rPr lang="ko-KR" altLang="en-US"/>
              <a:t>그림을 추가하려면 아이콘을 클릭하십시오</a:t>
            </a:r>
            <a:endParaRPr lang="en-GB" dirty="0"/>
          </a:p>
        </p:txBody>
      </p:sp>
    </p:spTree>
    <p:extLst>
      <p:ext uri="{BB962C8B-B14F-4D97-AF65-F5344CB8AC3E}">
        <p14:creationId xmlns:p14="http://schemas.microsoft.com/office/powerpoint/2010/main" val="1814552288"/>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Sp="0" preserve="1" userDrawn="1">
  <p:cSld name="FULL IMAGE">
    <p:spTree>
      <p:nvGrpSpPr>
        <p:cNvPr id="1" name=""/>
        <p:cNvGrpSpPr/>
        <p:nvPr/>
      </p:nvGrpSpPr>
      <p:grpSpPr>
        <a:xfrm>
          <a:off x="0" y="0"/>
          <a:ext cx="0" cy="0"/>
          <a:chOff x="0" y="0"/>
          <a:chExt cx="0" cy="0"/>
        </a:xfrm>
      </p:grpSpPr>
      <p:sp>
        <p:nvSpPr>
          <p:cNvPr id="4" name="Picture Placeholder 3"/>
          <p:cNvSpPr>
            <a:spLocks noGrp="1"/>
          </p:cNvSpPr>
          <p:nvPr>
            <p:ph type="pic" sz="quarter" idx="10"/>
          </p:nvPr>
        </p:nvSpPr>
        <p:spPr>
          <a:xfrm>
            <a:off x="0" y="0"/>
            <a:ext cx="9906000" cy="6858000"/>
          </a:xfrm>
        </p:spPr>
        <p:txBody>
          <a:bodyPr anchor="ctr"/>
          <a:lstStyle>
            <a:lvl1pPr algn="ctr">
              <a:defRPr/>
            </a:lvl1pPr>
          </a:lstStyle>
          <a:p>
            <a:r>
              <a:rPr lang="ko-KR" altLang="en-US"/>
              <a:t>그림을 추가하려면 아이콘을 클릭하십시오</a:t>
            </a:r>
            <a:endParaRPr lang="en-GB" dirty="0"/>
          </a:p>
        </p:txBody>
      </p:sp>
    </p:spTree>
    <p:extLst>
      <p:ext uri="{BB962C8B-B14F-4D97-AF65-F5344CB8AC3E}">
        <p14:creationId xmlns:p14="http://schemas.microsoft.com/office/powerpoint/2010/main" val="3396279525"/>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LAYOUT">
    <p:spTree>
      <p:nvGrpSpPr>
        <p:cNvPr id="1" name=""/>
        <p:cNvGrpSpPr/>
        <p:nvPr/>
      </p:nvGrpSpPr>
      <p:grpSpPr>
        <a:xfrm>
          <a:off x="0" y="0"/>
          <a:ext cx="0" cy="0"/>
          <a:chOff x="0" y="0"/>
          <a:chExt cx="0" cy="0"/>
        </a:xfrm>
      </p:grpSpPr>
      <p:sp>
        <p:nvSpPr>
          <p:cNvPr id="2" name="Title 1"/>
          <p:cNvSpPr>
            <a:spLocks noGrp="1"/>
          </p:cNvSpPr>
          <p:nvPr>
            <p:ph type="title"/>
          </p:nvPr>
        </p:nvSpPr>
        <p:spPr>
          <a:xfrm>
            <a:off x="815100" y="432000"/>
            <a:ext cx="8275800" cy="518400"/>
          </a:xfrm>
          <a:prstGeom prst="rect">
            <a:avLst/>
          </a:prstGeom>
        </p:spPr>
        <p:txBody>
          <a:bodyPr/>
          <a:lstStyle/>
          <a:p>
            <a:r>
              <a:rPr lang="ko-KR" altLang="en-US"/>
              <a:t>마스터 제목 스타일 편집</a:t>
            </a:r>
            <a:endParaRPr lang="en-US" dirty="0"/>
          </a:p>
        </p:txBody>
      </p:sp>
      <p:sp>
        <p:nvSpPr>
          <p:cNvPr id="9" name="Text Placeholder 8"/>
          <p:cNvSpPr>
            <a:spLocks noGrp="1"/>
          </p:cNvSpPr>
          <p:nvPr>
            <p:ph type="body" sz="quarter" idx="10"/>
          </p:nvPr>
        </p:nvSpPr>
        <p:spPr>
          <a:xfrm>
            <a:off x="815100" y="1209602"/>
            <a:ext cx="8275800" cy="4594225"/>
          </a:xfrm>
        </p:spPr>
        <p:txBody>
          <a:bodyPr/>
          <a:lstStyle/>
          <a:p>
            <a:pPr lvl="0"/>
            <a:r>
              <a:rPr lang="ko-KR" altLang="en-US"/>
              <a:t>마스터 텍스트 스타일을 편집합니다</a:t>
            </a:r>
          </a:p>
          <a:p>
            <a:pPr lvl="1"/>
            <a:r>
              <a:rPr lang="ko-KR" altLang="en-US"/>
              <a:t>둘째 수준</a:t>
            </a:r>
          </a:p>
          <a:p>
            <a:pPr lvl="2"/>
            <a:r>
              <a:rPr lang="ko-KR" altLang="en-US"/>
              <a:t>셋째 수준</a:t>
            </a:r>
          </a:p>
          <a:p>
            <a:pPr lvl="3"/>
            <a:r>
              <a:rPr lang="ko-KR" altLang="en-US"/>
              <a:t>넷째 수준</a:t>
            </a:r>
          </a:p>
          <a:p>
            <a:pPr lvl="4"/>
            <a:r>
              <a:rPr lang="ko-KR" altLang="en-US"/>
              <a:t>다섯째 수준</a:t>
            </a:r>
            <a:endParaRPr lang="en-GB" dirty="0"/>
          </a:p>
        </p:txBody>
      </p:sp>
    </p:spTree>
    <p:extLst>
      <p:ext uri="{BB962C8B-B14F-4D97-AF65-F5344CB8AC3E}">
        <p14:creationId xmlns:p14="http://schemas.microsoft.com/office/powerpoint/2010/main" val="3109374076"/>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PROCESS FIVE COLUMN">
    <p:spTree>
      <p:nvGrpSpPr>
        <p:cNvPr id="1" name=""/>
        <p:cNvGrpSpPr/>
        <p:nvPr/>
      </p:nvGrpSpPr>
      <p:grpSpPr>
        <a:xfrm>
          <a:off x="0" y="0"/>
          <a:ext cx="0" cy="0"/>
          <a:chOff x="0" y="0"/>
          <a:chExt cx="0" cy="0"/>
        </a:xfrm>
      </p:grpSpPr>
      <p:sp>
        <p:nvSpPr>
          <p:cNvPr id="2" name="Title 1"/>
          <p:cNvSpPr>
            <a:spLocks noGrp="1"/>
          </p:cNvSpPr>
          <p:nvPr>
            <p:ph type="title"/>
          </p:nvPr>
        </p:nvSpPr>
        <p:spPr>
          <a:xfrm>
            <a:off x="815100" y="432000"/>
            <a:ext cx="8275800" cy="518400"/>
          </a:xfrm>
          <a:prstGeom prst="rect">
            <a:avLst/>
          </a:prstGeom>
        </p:spPr>
        <p:txBody>
          <a:bodyPr/>
          <a:lstStyle/>
          <a:p>
            <a:r>
              <a:rPr lang="ko-KR" altLang="en-US"/>
              <a:t>마스터 제목 스타일 편집</a:t>
            </a:r>
            <a:endParaRPr lang="en-US" dirty="0"/>
          </a:p>
        </p:txBody>
      </p:sp>
      <p:sp>
        <p:nvSpPr>
          <p:cNvPr id="9" name="Text Placeholder 8"/>
          <p:cNvSpPr>
            <a:spLocks noGrp="1"/>
          </p:cNvSpPr>
          <p:nvPr>
            <p:ph type="body" sz="quarter" idx="10"/>
          </p:nvPr>
        </p:nvSpPr>
        <p:spPr>
          <a:xfrm>
            <a:off x="815100" y="2099425"/>
            <a:ext cx="1524900" cy="3704400"/>
          </a:xfrm>
        </p:spPr>
        <p:txBody>
          <a:bodyPr/>
          <a:lstStyle>
            <a:lvl1pPr>
              <a:defRPr sz="1400"/>
            </a:lvl1pPr>
            <a:lvl2pPr>
              <a:defRPr sz="1400"/>
            </a:lvl2pPr>
            <a:lvl3pPr>
              <a:defRPr sz="1400"/>
            </a:lvl3pPr>
            <a:lvl4pPr>
              <a:defRPr sz="1400"/>
            </a:lvl4pPr>
            <a:lvl5pPr>
              <a:defRPr sz="1400"/>
            </a:lvl5pPr>
          </a:lstStyle>
          <a:p>
            <a:pPr lvl="0"/>
            <a:r>
              <a:rPr lang="ko-KR" altLang="en-US"/>
              <a:t>마스터 텍스트 스타일을 편집합니다</a:t>
            </a:r>
          </a:p>
          <a:p>
            <a:pPr lvl="1"/>
            <a:r>
              <a:rPr lang="ko-KR" altLang="en-US"/>
              <a:t>둘째 수준</a:t>
            </a:r>
          </a:p>
          <a:p>
            <a:pPr lvl="2"/>
            <a:r>
              <a:rPr lang="ko-KR" altLang="en-US"/>
              <a:t>셋째 수준</a:t>
            </a:r>
          </a:p>
          <a:p>
            <a:pPr lvl="3"/>
            <a:r>
              <a:rPr lang="ko-KR" altLang="en-US"/>
              <a:t>넷째 수준</a:t>
            </a:r>
          </a:p>
          <a:p>
            <a:pPr lvl="4"/>
            <a:r>
              <a:rPr lang="ko-KR" altLang="en-US"/>
              <a:t>다섯째 수준</a:t>
            </a:r>
            <a:endParaRPr lang="en-GB" dirty="0"/>
          </a:p>
        </p:txBody>
      </p:sp>
      <p:sp>
        <p:nvSpPr>
          <p:cNvPr id="4" name="Text Placeholder 8"/>
          <p:cNvSpPr>
            <a:spLocks noGrp="1"/>
          </p:cNvSpPr>
          <p:nvPr>
            <p:ph type="body" sz="quarter" idx="11"/>
          </p:nvPr>
        </p:nvSpPr>
        <p:spPr>
          <a:xfrm>
            <a:off x="2502825" y="2099425"/>
            <a:ext cx="1524900" cy="3704400"/>
          </a:xfrm>
        </p:spPr>
        <p:txBody>
          <a:bodyPr/>
          <a:lstStyle>
            <a:lvl1pPr>
              <a:defRPr sz="1400"/>
            </a:lvl1pPr>
            <a:lvl2pPr>
              <a:defRPr sz="1400"/>
            </a:lvl2pPr>
            <a:lvl3pPr>
              <a:defRPr sz="1400"/>
            </a:lvl3pPr>
            <a:lvl4pPr>
              <a:defRPr sz="1400"/>
            </a:lvl4pPr>
            <a:lvl5pPr>
              <a:defRPr sz="1400"/>
            </a:lvl5pPr>
          </a:lstStyle>
          <a:p>
            <a:pPr lvl="0"/>
            <a:r>
              <a:rPr lang="ko-KR" altLang="en-US"/>
              <a:t>마스터 텍스트 스타일을 편집합니다</a:t>
            </a:r>
          </a:p>
          <a:p>
            <a:pPr lvl="1"/>
            <a:r>
              <a:rPr lang="ko-KR" altLang="en-US"/>
              <a:t>둘째 수준</a:t>
            </a:r>
          </a:p>
          <a:p>
            <a:pPr lvl="2"/>
            <a:r>
              <a:rPr lang="ko-KR" altLang="en-US"/>
              <a:t>셋째 수준</a:t>
            </a:r>
          </a:p>
          <a:p>
            <a:pPr lvl="3"/>
            <a:r>
              <a:rPr lang="ko-KR" altLang="en-US"/>
              <a:t>넷째 수준</a:t>
            </a:r>
          </a:p>
          <a:p>
            <a:pPr lvl="4"/>
            <a:r>
              <a:rPr lang="ko-KR" altLang="en-US"/>
              <a:t>다섯째 수준</a:t>
            </a:r>
            <a:endParaRPr lang="en-GB" dirty="0"/>
          </a:p>
        </p:txBody>
      </p:sp>
      <p:sp>
        <p:nvSpPr>
          <p:cNvPr id="5" name="Text Placeholder 8"/>
          <p:cNvSpPr>
            <a:spLocks noGrp="1"/>
          </p:cNvSpPr>
          <p:nvPr>
            <p:ph type="body" sz="quarter" idx="12"/>
          </p:nvPr>
        </p:nvSpPr>
        <p:spPr>
          <a:xfrm>
            <a:off x="4190550" y="2099425"/>
            <a:ext cx="1524900" cy="3704400"/>
          </a:xfrm>
        </p:spPr>
        <p:txBody>
          <a:bodyPr/>
          <a:lstStyle>
            <a:lvl1pPr>
              <a:defRPr sz="1400"/>
            </a:lvl1pPr>
            <a:lvl2pPr>
              <a:defRPr sz="1400"/>
            </a:lvl2pPr>
            <a:lvl3pPr>
              <a:defRPr sz="1400"/>
            </a:lvl3pPr>
            <a:lvl4pPr>
              <a:defRPr sz="1400"/>
            </a:lvl4pPr>
            <a:lvl5pPr>
              <a:defRPr sz="1400"/>
            </a:lvl5pPr>
          </a:lstStyle>
          <a:p>
            <a:pPr lvl="0"/>
            <a:r>
              <a:rPr lang="ko-KR" altLang="en-US"/>
              <a:t>마스터 텍스트 스타일을 편집합니다</a:t>
            </a:r>
          </a:p>
          <a:p>
            <a:pPr lvl="1"/>
            <a:r>
              <a:rPr lang="ko-KR" altLang="en-US"/>
              <a:t>둘째 수준</a:t>
            </a:r>
          </a:p>
          <a:p>
            <a:pPr lvl="2"/>
            <a:r>
              <a:rPr lang="ko-KR" altLang="en-US"/>
              <a:t>셋째 수준</a:t>
            </a:r>
          </a:p>
          <a:p>
            <a:pPr lvl="3"/>
            <a:r>
              <a:rPr lang="ko-KR" altLang="en-US"/>
              <a:t>넷째 수준</a:t>
            </a:r>
          </a:p>
          <a:p>
            <a:pPr lvl="4"/>
            <a:r>
              <a:rPr lang="ko-KR" altLang="en-US"/>
              <a:t>다섯째 수준</a:t>
            </a:r>
            <a:endParaRPr lang="en-GB" dirty="0"/>
          </a:p>
        </p:txBody>
      </p:sp>
      <p:sp>
        <p:nvSpPr>
          <p:cNvPr id="6" name="Text Placeholder 8"/>
          <p:cNvSpPr>
            <a:spLocks noGrp="1"/>
          </p:cNvSpPr>
          <p:nvPr>
            <p:ph type="body" sz="quarter" idx="13"/>
          </p:nvPr>
        </p:nvSpPr>
        <p:spPr>
          <a:xfrm>
            <a:off x="5878275" y="2099425"/>
            <a:ext cx="1524900" cy="3704400"/>
          </a:xfrm>
        </p:spPr>
        <p:txBody>
          <a:bodyPr/>
          <a:lstStyle>
            <a:lvl1pPr>
              <a:defRPr sz="1400"/>
            </a:lvl1pPr>
            <a:lvl2pPr>
              <a:defRPr sz="1400"/>
            </a:lvl2pPr>
            <a:lvl3pPr>
              <a:defRPr sz="1400"/>
            </a:lvl3pPr>
            <a:lvl4pPr>
              <a:defRPr sz="1400"/>
            </a:lvl4pPr>
            <a:lvl5pPr>
              <a:defRPr sz="1400"/>
            </a:lvl5pPr>
          </a:lstStyle>
          <a:p>
            <a:pPr lvl="0"/>
            <a:r>
              <a:rPr lang="ko-KR" altLang="en-US"/>
              <a:t>마스터 텍스트 스타일을 편집합니다</a:t>
            </a:r>
          </a:p>
          <a:p>
            <a:pPr lvl="1"/>
            <a:r>
              <a:rPr lang="ko-KR" altLang="en-US"/>
              <a:t>둘째 수준</a:t>
            </a:r>
          </a:p>
          <a:p>
            <a:pPr lvl="2"/>
            <a:r>
              <a:rPr lang="ko-KR" altLang="en-US"/>
              <a:t>셋째 수준</a:t>
            </a:r>
          </a:p>
          <a:p>
            <a:pPr lvl="3"/>
            <a:r>
              <a:rPr lang="ko-KR" altLang="en-US"/>
              <a:t>넷째 수준</a:t>
            </a:r>
          </a:p>
          <a:p>
            <a:pPr lvl="4"/>
            <a:r>
              <a:rPr lang="ko-KR" altLang="en-US"/>
              <a:t>다섯째 수준</a:t>
            </a:r>
            <a:endParaRPr lang="en-GB" dirty="0"/>
          </a:p>
        </p:txBody>
      </p:sp>
      <p:sp>
        <p:nvSpPr>
          <p:cNvPr id="13" name="Text Placeholder 12"/>
          <p:cNvSpPr>
            <a:spLocks noGrp="1"/>
          </p:cNvSpPr>
          <p:nvPr>
            <p:ph type="body" sz="quarter" idx="14" hasCustomPrompt="1"/>
          </p:nvPr>
        </p:nvSpPr>
        <p:spPr>
          <a:xfrm>
            <a:off x="808302" y="1222512"/>
            <a:ext cx="1524900" cy="604800"/>
          </a:xfrm>
          <a:prstGeom prst="homePlate">
            <a:avLst>
              <a:gd name="adj" fmla="val 31970"/>
            </a:avLst>
          </a:prstGeom>
          <a:solidFill>
            <a:schemeClr val="tx2"/>
          </a:solidFill>
        </p:spPr>
        <p:txBody>
          <a:bodyPr lIns="54000" tIns="54000" rIns="54000" bIns="54000" anchor="ctr"/>
          <a:lstStyle>
            <a:lvl1pPr algn="l">
              <a:defRPr sz="1400">
                <a:solidFill>
                  <a:schemeClr val="bg1"/>
                </a:solidFill>
              </a:defRPr>
            </a:lvl1pPr>
            <a:lvl2pPr>
              <a:defRPr sz="1400">
                <a:solidFill>
                  <a:schemeClr val="bg1"/>
                </a:solidFill>
              </a:defRPr>
            </a:lvl2pPr>
            <a:lvl3pPr>
              <a:defRPr sz="1400">
                <a:solidFill>
                  <a:schemeClr val="bg1"/>
                </a:solidFill>
              </a:defRPr>
            </a:lvl3pPr>
            <a:lvl4pPr>
              <a:defRPr sz="1400">
                <a:solidFill>
                  <a:schemeClr val="bg1"/>
                </a:solidFill>
              </a:defRPr>
            </a:lvl4pPr>
            <a:lvl5pPr>
              <a:defRPr sz="1400">
                <a:solidFill>
                  <a:schemeClr val="bg1"/>
                </a:solidFill>
              </a:defRPr>
            </a:lvl5pPr>
          </a:lstStyle>
          <a:p>
            <a:pPr lvl="0"/>
            <a:r>
              <a:rPr lang="en-US" dirty="0"/>
              <a:t>Click to add text</a:t>
            </a:r>
            <a:endParaRPr lang="en-GB" dirty="0"/>
          </a:p>
        </p:txBody>
      </p:sp>
      <p:sp>
        <p:nvSpPr>
          <p:cNvPr id="15" name="Text Placeholder 12"/>
          <p:cNvSpPr>
            <a:spLocks noGrp="1"/>
          </p:cNvSpPr>
          <p:nvPr>
            <p:ph type="body" sz="quarter" idx="15" hasCustomPrompt="1"/>
          </p:nvPr>
        </p:nvSpPr>
        <p:spPr>
          <a:xfrm>
            <a:off x="2497727" y="1222512"/>
            <a:ext cx="1524900" cy="604800"/>
          </a:xfrm>
          <a:prstGeom prst="chevron">
            <a:avLst>
              <a:gd name="adj" fmla="val 31101"/>
            </a:avLst>
          </a:prstGeom>
          <a:solidFill>
            <a:schemeClr val="tx2"/>
          </a:solidFill>
        </p:spPr>
        <p:txBody>
          <a:bodyPr lIns="54000" tIns="54000" rIns="54000" bIns="54000" anchor="ctr"/>
          <a:lstStyle>
            <a:lvl1pPr algn="l">
              <a:defRPr sz="1400">
                <a:solidFill>
                  <a:schemeClr val="bg1"/>
                </a:solidFill>
              </a:defRPr>
            </a:lvl1pPr>
            <a:lvl2pPr>
              <a:defRPr sz="1400">
                <a:solidFill>
                  <a:schemeClr val="bg1"/>
                </a:solidFill>
              </a:defRPr>
            </a:lvl2pPr>
            <a:lvl3pPr>
              <a:defRPr sz="1400">
                <a:solidFill>
                  <a:schemeClr val="bg1"/>
                </a:solidFill>
              </a:defRPr>
            </a:lvl3pPr>
            <a:lvl4pPr>
              <a:defRPr sz="1400">
                <a:solidFill>
                  <a:schemeClr val="bg1"/>
                </a:solidFill>
              </a:defRPr>
            </a:lvl4pPr>
            <a:lvl5pPr>
              <a:defRPr sz="1400">
                <a:solidFill>
                  <a:schemeClr val="bg1"/>
                </a:solidFill>
              </a:defRPr>
            </a:lvl5pPr>
          </a:lstStyle>
          <a:p>
            <a:pPr lvl="0"/>
            <a:r>
              <a:rPr lang="en-US" dirty="0"/>
              <a:t>Click to add text</a:t>
            </a:r>
            <a:endParaRPr lang="en-GB" dirty="0"/>
          </a:p>
        </p:txBody>
      </p:sp>
      <p:sp>
        <p:nvSpPr>
          <p:cNvPr id="16" name="Text Placeholder 12"/>
          <p:cNvSpPr>
            <a:spLocks noGrp="1"/>
          </p:cNvSpPr>
          <p:nvPr>
            <p:ph type="body" sz="quarter" idx="16" hasCustomPrompt="1"/>
          </p:nvPr>
        </p:nvSpPr>
        <p:spPr>
          <a:xfrm>
            <a:off x="4187152" y="1222512"/>
            <a:ext cx="1524900" cy="604800"/>
          </a:xfrm>
          <a:prstGeom prst="chevron">
            <a:avLst>
              <a:gd name="adj" fmla="val 31101"/>
            </a:avLst>
          </a:prstGeom>
          <a:solidFill>
            <a:schemeClr val="tx2"/>
          </a:solidFill>
        </p:spPr>
        <p:txBody>
          <a:bodyPr lIns="54000" tIns="54000" rIns="54000" bIns="54000" anchor="ctr"/>
          <a:lstStyle>
            <a:lvl1pPr algn="l">
              <a:defRPr sz="1400">
                <a:solidFill>
                  <a:schemeClr val="bg1"/>
                </a:solidFill>
              </a:defRPr>
            </a:lvl1pPr>
            <a:lvl2pPr>
              <a:defRPr sz="1400">
                <a:solidFill>
                  <a:schemeClr val="bg1"/>
                </a:solidFill>
              </a:defRPr>
            </a:lvl2pPr>
            <a:lvl3pPr>
              <a:defRPr sz="1400">
                <a:solidFill>
                  <a:schemeClr val="bg1"/>
                </a:solidFill>
              </a:defRPr>
            </a:lvl3pPr>
            <a:lvl4pPr>
              <a:defRPr sz="1400">
                <a:solidFill>
                  <a:schemeClr val="bg1"/>
                </a:solidFill>
              </a:defRPr>
            </a:lvl4pPr>
            <a:lvl5pPr>
              <a:defRPr sz="1400">
                <a:solidFill>
                  <a:schemeClr val="bg1"/>
                </a:solidFill>
              </a:defRPr>
            </a:lvl5pPr>
          </a:lstStyle>
          <a:p>
            <a:pPr lvl="0"/>
            <a:r>
              <a:rPr lang="en-US" dirty="0"/>
              <a:t>Click to add text</a:t>
            </a:r>
            <a:endParaRPr lang="en-GB" dirty="0"/>
          </a:p>
        </p:txBody>
      </p:sp>
      <p:sp>
        <p:nvSpPr>
          <p:cNvPr id="17" name="Text Placeholder 12"/>
          <p:cNvSpPr>
            <a:spLocks noGrp="1"/>
          </p:cNvSpPr>
          <p:nvPr>
            <p:ph type="body" sz="quarter" idx="17" hasCustomPrompt="1"/>
          </p:nvPr>
        </p:nvSpPr>
        <p:spPr>
          <a:xfrm>
            <a:off x="5876576" y="1222512"/>
            <a:ext cx="1524900" cy="604800"/>
          </a:xfrm>
          <a:prstGeom prst="chevron">
            <a:avLst>
              <a:gd name="adj" fmla="val 31101"/>
            </a:avLst>
          </a:prstGeom>
          <a:solidFill>
            <a:schemeClr val="tx2"/>
          </a:solidFill>
        </p:spPr>
        <p:txBody>
          <a:bodyPr lIns="54000" tIns="54000" rIns="54000" bIns="54000" anchor="ctr"/>
          <a:lstStyle>
            <a:lvl1pPr algn="l">
              <a:defRPr sz="1400">
                <a:solidFill>
                  <a:schemeClr val="bg1"/>
                </a:solidFill>
              </a:defRPr>
            </a:lvl1pPr>
            <a:lvl2pPr>
              <a:defRPr sz="1400">
                <a:solidFill>
                  <a:schemeClr val="bg1"/>
                </a:solidFill>
              </a:defRPr>
            </a:lvl2pPr>
            <a:lvl3pPr>
              <a:defRPr sz="1400">
                <a:solidFill>
                  <a:schemeClr val="bg1"/>
                </a:solidFill>
              </a:defRPr>
            </a:lvl3pPr>
            <a:lvl4pPr>
              <a:defRPr sz="1400">
                <a:solidFill>
                  <a:schemeClr val="bg1"/>
                </a:solidFill>
              </a:defRPr>
            </a:lvl4pPr>
            <a:lvl5pPr>
              <a:defRPr sz="1400">
                <a:solidFill>
                  <a:schemeClr val="bg1"/>
                </a:solidFill>
              </a:defRPr>
            </a:lvl5pPr>
          </a:lstStyle>
          <a:p>
            <a:pPr lvl="0"/>
            <a:r>
              <a:rPr lang="en-US" dirty="0"/>
              <a:t>Click to add text</a:t>
            </a:r>
            <a:endParaRPr lang="en-GB" dirty="0"/>
          </a:p>
        </p:txBody>
      </p:sp>
      <p:sp>
        <p:nvSpPr>
          <p:cNvPr id="11" name="Text Placeholder 12"/>
          <p:cNvSpPr>
            <a:spLocks noGrp="1"/>
          </p:cNvSpPr>
          <p:nvPr>
            <p:ph type="body" sz="quarter" idx="18" hasCustomPrompt="1"/>
          </p:nvPr>
        </p:nvSpPr>
        <p:spPr>
          <a:xfrm>
            <a:off x="7566000" y="1222512"/>
            <a:ext cx="1524900" cy="604800"/>
          </a:xfrm>
          <a:prstGeom prst="chevron">
            <a:avLst>
              <a:gd name="adj" fmla="val 31101"/>
            </a:avLst>
          </a:prstGeom>
          <a:solidFill>
            <a:schemeClr val="tx2"/>
          </a:solidFill>
        </p:spPr>
        <p:txBody>
          <a:bodyPr lIns="54000" tIns="54000" rIns="54000" bIns="54000" anchor="ctr"/>
          <a:lstStyle>
            <a:lvl1pPr algn="l">
              <a:defRPr sz="1400">
                <a:solidFill>
                  <a:schemeClr val="bg1"/>
                </a:solidFill>
              </a:defRPr>
            </a:lvl1pPr>
            <a:lvl2pPr>
              <a:defRPr sz="1400">
                <a:solidFill>
                  <a:schemeClr val="bg1"/>
                </a:solidFill>
              </a:defRPr>
            </a:lvl2pPr>
            <a:lvl3pPr>
              <a:defRPr sz="1400">
                <a:solidFill>
                  <a:schemeClr val="bg1"/>
                </a:solidFill>
              </a:defRPr>
            </a:lvl3pPr>
            <a:lvl4pPr>
              <a:defRPr sz="1400">
                <a:solidFill>
                  <a:schemeClr val="bg1"/>
                </a:solidFill>
              </a:defRPr>
            </a:lvl4pPr>
            <a:lvl5pPr>
              <a:defRPr sz="1400">
                <a:solidFill>
                  <a:schemeClr val="bg1"/>
                </a:solidFill>
              </a:defRPr>
            </a:lvl5pPr>
          </a:lstStyle>
          <a:p>
            <a:pPr lvl="0"/>
            <a:r>
              <a:rPr lang="en-US" dirty="0"/>
              <a:t>Click to add text</a:t>
            </a:r>
            <a:endParaRPr lang="en-GB" dirty="0"/>
          </a:p>
        </p:txBody>
      </p:sp>
      <p:sp>
        <p:nvSpPr>
          <p:cNvPr id="12" name="Text Placeholder 8"/>
          <p:cNvSpPr>
            <a:spLocks noGrp="1"/>
          </p:cNvSpPr>
          <p:nvPr>
            <p:ph type="body" sz="quarter" idx="19"/>
          </p:nvPr>
        </p:nvSpPr>
        <p:spPr>
          <a:xfrm>
            <a:off x="7566000" y="2099425"/>
            <a:ext cx="1524900" cy="3704400"/>
          </a:xfrm>
        </p:spPr>
        <p:txBody>
          <a:bodyPr/>
          <a:lstStyle>
            <a:lvl1pPr>
              <a:defRPr sz="1400"/>
            </a:lvl1pPr>
            <a:lvl2pPr>
              <a:defRPr sz="1400"/>
            </a:lvl2pPr>
            <a:lvl3pPr>
              <a:defRPr sz="1400"/>
            </a:lvl3pPr>
            <a:lvl4pPr>
              <a:defRPr sz="1400"/>
            </a:lvl4pPr>
            <a:lvl5pPr>
              <a:defRPr sz="1400"/>
            </a:lvl5pPr>
          </a:lstStyle>
          <a:p>
            <a:pPr lvl="0"/>
            <a:r>
              <a:rPr lang="ko-KR" altLang="en-US"/>
              <a:t>마스터 텍스트 스타일을 편집합니다</a:t>
            </a:r>
          </a:p>
          <a:p>
            <a:pPr lvl="1"/>
            <a:r>
              <a:rPr lang="ko-KR" altLang="en-US"/>
              <a:t>둘째 수준</a:t>
            </a:r>
          </a:p>
          <a:p>
            <a:pPr lvl="2"/>
            <a:r>
              <a:rPr lang="ko-KR" altLang="en-US"/>
              <a:t>셋째 수준</a:t>
            </a:r>
          </a:p>
          <a:p>
            <a:pPr lvl="3"/>
            <a:r>
              <a:rPr lang="ko-KR" altLang="en-US"/>
              <a:t>넷째 수준</a:t>
            </a:r>
          </a:p>
          <a:p>
            <a:pPr lvl="4"/>
            <a:r>
              <a:rPr lang="ko-KR" altLang="en-US"/>
              <a:t>다섯째 수준</a:t>
            </a:r>
            <a:endParaRPr lang="en-GB" dirty="0"/>
          </a:p>
        </p:txBody>
      </p:sp>
    </p:spTree>
    <p:extLst>
      <p:ext uri="{BB962C8B-B14F-4D97-AF65-F5344CB8AC3E}">
        <p14:creationId xmlns:p14="http://schemas.microsoft.com/office/powerpoint/2010/main" val="4020142866"/>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PROCESS FOUR COLUMN">
    <p:spTree>
      <p:nvGrpSpPr>
        <p:cNvPr id="1" name=""/>
        <p:cNvGrpSpPr/>
        <p:nvPr/>
      </p:nvGrpSpPr>
      <p:grpSpPr>
        <a:xfrm>
          <a:off x="0" y="0"/>
          <a:ext cx="0" cy="0"/>
          <a:chOff x="0" y="0"/>
          <a:chExt cx="0" cy="0"/>
        </a:xfrm>
      </p:grpSpPr>
      <p:sp>
        <p:nvSpPr>
          <p:cNvPr id="2" name="Title 1"/>
          <p:cNvSpPr>
            <a:spLocks noGrp="1"/>
          </p:cNvSpPr>
          <p:nvPr>
            <p:ph type="title"/>
          </p:nvPr>
        </p:nvSpPr>
        <p:spPr>
          <a:xfrm>
            <a:off x="815100" y="432000"/>
            <a:ext cx="8275800" cy="518400"/>
          </a:xfrm>
          <a:prstGeom prst="rect">
            <a:avLst/>
          </a:prstGeom>
        </p:spPr>
        <p:txBody>
          <a:bodyPr/>
          <a:lstStyle/>
          <a:p>
            <a:r>
              <a:rPr lang="ko-KR" altLang="en-US"/>
              <a:t>마스터 제목 스타일 편집</a:t>
            </a:r>
            <a:endParaRPr lang="en-US" dirty="0"/>
          </a:p>
        </p:txBody>
      </p:sp>
      <p:sp>
        <p:nvSpPr>
          <p:cNvPr id="9" name="Text Placeholder 8"/>
          <p:cNvSpPr>
            <a:spLocks noGrp="1"/>
          </p:cNvSpPr>
          <p:nvPr>
            <p:ph type="body" sz="quarter" idx="10"/>
          </p:nvPr>
        </p:nvSpPr>
        <p:spPr>
          <a:xfrm>
            <a:off x="815100" y="2099425"/>
            <a:ext cx="1907100" cy="3704400"/>
          </a:xfrm>
        </p:spPr>
        <p:txBody>
          <a:bodyPr/>
          <a:lstStyle>
            <a:lvl1pPr>
              <a:defRPr sz="1400"/>
            </a:lvl1pPr>
            <a:lvl2pPr>
              <a:defRPr sz="1400"/>
            </a:lvl2pPr>
            <a:lvl3pPr>
              <a:defRPr sz="1400"/>
            </a:lvl3pPr>
            <a:lvl4pPr>
              <a:defRPr sz="1400"/>
            </a:lvl4pPr>
            <a:lvl5pPr>
              <a:defRPr sz="1400"/>
            </a:lvl5pPr>
          </a:lstStyle>
          <a:p>
            <a:pPr lvl="0"/>
            <a:r>
              <a:rPr lang="ko-KR" altLang="en-US"/>
              <a:t>마스터 텍스트 스타일을 편집합니다</a:t>
            </a:r>
          </a:p>
          <a:p>
            <a:pPr lvl="1"/>
            <a:r>
              <a:rPr lang="ko-KR" altLang="en-US"/>
              <a:t>둘째 수준</a:t>
            </a:r>
          </a:p>
          <a:p>
            <a:pPr lvl="2"/>
            <a:r>
              <a:rPr lang="ko-KR" altLang="en-US"/>
              <a:t>셋째 수준</a:t>
            </a:r>
          </a:p>
          <a:p>
            <a:pPr lvl="3"/>
            <a:r>
              <a:rPr lang="ko-KR" altLang="en-US"/>
              <a:t>넷째 수준</a:t>
            </a:r>
          </a:p>
          <a:p>
            <a:pPr lvl="4"/>
            <a:r>
              <a:rPr lang="ko-KR" altLang="en-US"/>
              <a:t>다섯째 수준</a:t>
            </a:r>
            <a:endParaRPr lang="en-GB" dirty="0"/>
          </a:p>
        </p:txBody>
      </p:sp>
      <p:sp>
        <p:nvSpPr>
          <p:cNvPr id="4" name="Text Placeholder 8"/>
          <p:cNvSpPr>
            <a:spLocks noGrp="1"/>
          </p:cNvSpPr>
          <p:nvPr>
            <p:ph type="body" sz="quarter" idx="11"/>
          </p:nvPr>
        </p:nvSpPr>
        <p:spPr>
          <a:xfrm>
            <a:off x="2938000" y="2099425"/>
            <a:ext cx="1907100" cy="3704400"/>
          </a:xfrm>
        </p:spPr>
        <p:txBody>
          <a:bodyPr/>
          <a:lstStyle>
            <a:lvl1pPr>
              <a:defRPr sz="1400"/>
            </a:lvl1pPr>
            <a:lvl2pPr>
              <a:defRPr sz="1400"/>
            </a:lvl2pPr>
            <a:lvl3pPr>
              <a:defRPr sz="1400"/>
            </a:lvl3pPr>
            <a:lvl4pPr>
              <a:defRPr sz="1400"/>
            </a:lvl4pPr>
            <a:lvl5pPr>
              <a:defRPr sz="1400"/>
            </a:lvl5pPr>
          </a:lstStyle>
          <a:p>
            <a:pPr lvl="0"/>
            <a:r>
              <a:rPr lang="ko-KR" altLang="en-US"/>
              <a:t>마스터 텍스트 스타일을 편집합니다</a:t>
            </a:r>
          </a:p>
          <a:p>
            <a:pPr lvl="1"/>
            <a:r>
              <a:rPr lang="ko-KR" altLang="en-US"/>
              <a:t>둘째 수준</a:t>
            </a:r>
          </a:p>
          <a:p>
            <a:pPr lvl="2"/>
            <a:r>
              <a:rPr lang="ko-KR" altLang="en-US"/>
              <a:t>셋째 수준</a:t>
            </a:r>
          </a:p>
          <a:p>
            <a:pPr lvl="3"/>
            <a:r>
              <a:rPr lang="ko-KR" altLang="en-US"/>
              <a:t>넷째 수준</a:t>
            </a:r>
          </a:p>
          <a:p>
            <a:pPr lvl="4"/>
            <a:r>
              <a:rPr lang="ko-KR" altLang="en-US"/>
              <a:t>다섯째 수준</a:t>
            </a:r>
            <a:endParaRPr lang="en-GB" dirty="0"/>
          </a:p>
        </p:txBody>
      </p:sp>
      <p:sp>
        <p:nvSpPr>
          <p:cNvPr id="5" name="Text Placeholder 8"/>
          <p:cNvSpPr>
            <a:spLocks noGrp="1"/>
          </p:cNvSpPr>
          <p:nvPr>
            <p:ph type="body" sz="quarter" idx="12"/>
          </p:nvPr>
        </p:nvSpPr>
        <p:spPr>
          <a:xfrm>
            <a:off x="5060900" y="2099425"/>
            <a:ext cx="1907100" cy="3704400"/>
          </a:xfrm>
        </p:spPr>
        <p:txBody>
          <a:bodyPr/>
          <a:lstStyle>
            <a:lvl1pPr>
              <a:defRPr sz="1400"/>
            </a:lvl1pPr>
            <a:lvl2pPr>
              <a:defRPr sz="1400"/>
            </a:lvl2pPr>
            <a:lvl3pPr>
              <a:defRPr sz="1400"/>
            </a:lvl3pPr>
            <a:lvl4pPr>
              <a:defRPr sz="1400"/>
            </a:lvl4pPr>
            <a:lvl5pPr>
              <a:defRPr sz="1400"/>
            </a:lvl5pPr>
          </a:lstStyle>
          <a:p>
            <a:pPr lvl="0"/>
            <a:r>
              <a:rPr lang="ko-KR" altLang="en-US"/>
              <a:t>마스터 텍스트 스타일을 편집합니다</a:t>
            </a:r>
          </a:p>
          <a:p>
            <a:pPr lvl="1"/>
            <a:r>
              <a:rPr lang="ko-KR" altLang="en-US"/>
              <a:t>둘째 수준</a:t>
            </a:r>
          </a:p>
          <a:p>
            <a:pPr lvl="2"/>
            <a:r>
              <a:rPr lang="ko-KR" altLang="en-US"/>
              <a:t>셋째 수준</a:t>
            </a:r>
          </a:p>
          <a:p>
            <a:pPr lvl="3"/>
            <a:r>
              <a:rPr lang="ko-KR" altLang="en-US"/>
              <a:t>넷째 수준</a:t>
            </a:r>
          </a:p>
          <a:p>
            <a:pPr lvl="4"/>
            <a:r>
              <a:rPr lang="ko-KR" altLang="en-US"/>
              <a:t>다섯째 수준</a:t>
            </a:r>
            <a:endParaRPr lang="en-GB" dirty="0"/>
          </a:p>
        </p:txBody>
      </p:sp>
      <p:sp>
        <p:nvSpPr>
          <p:cNvPr id="6" name="Text Placeholder 8"/>
          <p:cNvSpPr>
            <a:spLocks noGrp="1"/>
          </p:cNvSpPr>
          <p:nvPr>
            <p:ph type="body" sz="quarter" idx="13"/>
          </p:nvPr>
        </p:nvSpPr>
        <p:spPr>
          <a:xfrm>
            <a:off x="7183800" y="2099425"/>
            <a:ext cx="1907100" cy="3704400"/>
          </a:xfrm>
        </p:spPr>
        <p:txBody>
          <a:bodyPr/>
          <a:lstStyle>
            <a:lvl1pPr>
              <a:defRPr sz="1400"/>
            </a:lvl1pPr>
            <a:lvl2pPr>
              <a:defRPr sz="1400"/>
            </a:lvl2pPr>
            <a:lvl3pPr>
              <a:defRPr sz="1400"/>
            </a:lvl3pPr>
            <a:lvl4pPr>
              <a:defRPr sz="1400"/>
            </a:lvl4pPr>
            <a:lvl5pPr>
              <a:defRPr sz="1400"/>
            </a:lvl5pPr>
          </a:lstStyle>
          <a:p>
            <a:pPr lvl="0"/>
            <a:r>
              <a:rPr lang="ko-KR" altLang="en-US"/>
              <a:t>마스터 텍스트 스타일을 편집합니다</a:t>
            </a:r>
          </a:p>
          <a:p>
            <a:pPr lvl="1"/>
            <a:r>
              <a:rPr lang="ko-KR" altLang="en-US"/>
              <a:t>둘째 수준</a:t>
            </a:r>
          </a:p>
          <a:p>
            <a:pPr lvl="2"/>
            <a:r>
              <a:rPr lang="ko-KR" altLang="en-US"/>
              <a:t>셋째 수준</a:t>
            </a:r>
          </a:p>
          <a:p>
            <a:pPr lvl="3"/>
            <a:r>
              <a:rPr lang="ko-KR" altLang="en-US"/>
              <a:t>넷째 수준</a:t>
            </a:r>
          </a:p>
          <a:p>
            <a:pPr lvl="4"/>
            <a:r>
              <a:rPr lang="ko-KR" altLang="en-US"/>
              <a:t>다섯째 수준</a:t>
            </a:r>
            <a:endParaRPr lang="en-GB" dirty="0"/>
          </a:p>
        </p:txBody>
      </p:sp>
      <p:sp>
        <p:nvSpPr>
          <p:cNvPr id="13" name="Text Placeholder 12"/>
          <p:cNvSpPr>
            <a:spLocks noGrp="1"/>
          </p:cNvSpPr>
          <p:nvPr>
            <p:ph type="body" sz="quarter" idx="14" hasCustomPrompt="1"/>
          </p:nvPr>
        </p:nvSpPr>
        <p:spPr>
          <a:xfrm>
            <a:off x="808302" y="1222512"/>
            <a:ext cx="1907100" cy="604800"/>
          </a:xfrm>
          <a:prstGeom prst="homePlate">
            <a:avLst>
              <a:gd name="adj" fmla="val 31970"/>
            </a:avLst>
          </a:prstGeom>
          <a:solidFill>
            <a:schemeClr val="tx2"/>
          </a:solidFill>
        </p:spPr>
        <p:txBody>
          <a:bodyPr lIns="54000" tIns="54000" rIns="54000" bIns="54000" anchor="ctr"/>
          <a:lstStyle>
            <a:lvl1pPr algn="l">
              <a:defRPr sz="1400">
                <a:solidFill>
                  <a:schemeClr val="bg1"/>
                </a:solidFill>
              </a:defRPr>
            </a:lvl1pPr>
            <a:lvl2pPr>
              <a:defRPr sz="1400">
                <a:solidFill>
                  <a:schemeClr val="bg1"/>
                </a:solidFill>
              </a:defRPr>
            </a:lvl2pPr>
            <a:lvl3pPr>
              <a:defRPr sz="1400">
                <a:solidFill>
                  <a:schemeClr val="bg1"/>
                </a:solidFill>
              </a:defRPr>
            </a:lvl3pPr>
            <a:lvl4pPr>
              <a:defRPr sz="1400">
                <a:solidFill>
                  <a:schemeClr val="bg1"/>
                </a:solidFill>
              </a:defRPr>
            </a:lvl4pPr>
            <a:lvl5pPr>
              <a:defRPr sz="1400">
                <a:solidFill>
                  <a:schemeClr val="bg1"/>
                </a:solidFill>
              </a:defRPr>
            </a:lvl5pPr>
          </a:lstStyle>
          <a:p>
            <a:pPr lvl="0"/>
            <a:r>
              <a:rPr lang="en-US" dirty="0"/>
              <a:t>Click to add text</a:t>
            </a:r>
            <a:endParaRPr lang="en-GB" dirty="0"/>
          </a:p>
        </p:txBody>
      </p:sp>
      <p:sp>
        <p:nvSpPr>
          <p:cNvPr id="15" name="Text Placeholder 12"/>
          <p:cNvSpPr>
            <a:spLocks noGrp="1"/>
          </p:cNvSpPr>
          <p:nvPr>
            <p:ph type="body" sz="quarter" idx="15" hasCustomPrompt="1"/>
          </p:nvPr>
        </p:nvSpPr>
        <p:spPr>
          <a:xfrm>
            <a:off x="2933468" y="1222512"/>
            <a:ext cx="1907100" cy="604800"/>
          </a:xfrm>
          <a:prstGeom prst="chevron">
            <a:avLst>
              <a:gd name="adj" fmla="val 31101"/>
            </a:avLst>
          </a:prstGeom>
          <a:solidFill>
            <a:schemeClr val="tx2"/>
          </a:solidFill>
        </p:spPr>
        <p:txBody>
          <a:bodyPr lIns="54000" tIns="54000" rIns="54000" bIns="54000" anchor="ctr"/>
          <a:lstStyle>
            <a:lvl1pPr algn="l">
              <a:defRPr sz="1400">
                <a:solidFill>
                  <a:schemeClr val="bg1"/>
                </a:solidFill>
              </a:defRPr>
            </a:lvl1pPr>
            <a:lvl2pPr>
              <a:defRPr sz="1400">
                <a:solidFill>
                  <a:schemeClr val="bg1"/>
                </a:solidFill>
              </a:defRPr>
            </a:lvl2pPr>
            <a:lvl3pPr>
              <a:defRPr sz="1400">
                <a:solidFill>
                  <a:schemeClr val="bg1"/>
                </a:solidFill>
              </a:defRPr>
            </a:lvl3pPr>
            <a:lvl4pPr>
              <a:defRPr sz="1400">
                <a:solidFill>
                  <a:schemeClr val="bg1"/>
                </a:solidFill>
              </a:defRPr>
            </a:lvl4pPr>
            <a:lvl5pPr>
              <a:defRPr sz="1400">
                <a:solidFill>
                  <a:schemeClr val="bg1"/>
                </a:solidFill>
              </a:defRPr>
            </a:lvl5pPr>
          </a:lstStyle>
          <a:p>
            <a:pPr lvl="0"/>
            <a:r>
              <a:rPr lang="en-US" dirty="0"/>
              <a:t>Click to add text</a:t>
            </a:r>
            <a:endParaRPr lang="en-GB" dirty="0"/>
          </a:p>
        </p:txBody>
      </p:sp>
      <p:sp>
        <p:nvSpPr>
          <p:cNvPr id="16" name="Text Placeholder 12"/>
          <p:cNvSpPr>
            <a:spLocks noGrp="1"/>
          </p:cNvSpPr>
          <p:nvPr>
            <p:ph type="body" sz="quarter" idx="16" hasCustomPrompt="1"/>
          </p:nvPr>
        </p:nvSpPr>
        <p:spPr>
          <a:xfrm>
            <a:off x="5058635" y="1222512"/>
            <a:ext cx="1907100" cy="604800"/>
          </a:xfrm>
          <a:prstGeom prst="chevron">
            <a:avLst>
              <a:gd name="adj" fmla="val 31101"/>
            </a:avLst>
          </a:prstGeom>
          <a:solidFill>
            <a:schemeClr val="tx2"/>
          </a:solidFill>
        </p:spPr>
        <p:txBody>
          <a:bodyPr lIns="54000" tIns="54000" rIns="54000" bIns="54000" anchor="ctr"/>
          <a:lstStyle>
            <a:lvl1pPr algn="l">
              <a:defRPr sz="1400">
                <a:solidFill>
                  <a:schemeClr val="bg1"/>
                </a:solidFill>
              </a:defRPr>
            </a:lvl1pPr>
            <a:lvl2pPr>
              <a:defRPr sz="1400">
                <a:solidFill>
                  <a:schemeClr val="bg1"/>
                </a:solidFill>
              </a:defRPr>
            </a:lvl2pPr>
            <a:lvl3pPr>
              <a:defRPr sz="1400">
                <a:solidFill>
                  <a:schemeClr val="bg1"/>
                </a:solidFill>
              </a:defRPr>
            </a:lvl3pPr>
            <a:lvl4pPr>
              <a:defRPr sz="1400">
                <a:solidFill>
                  <a:schemeClr val="bg1"/>
                </a:solidFill>
              </a:defRPr>
            </a:lvl4pPr>
            <a:lvl5pPr>
              <a:defRPr sz="1400">
                <a:solidFill>
                  <a:schemeClr val="bg1"/>
                </a:solidFill>
              </a:defRPr>
            </a:lvl5pPr>
          </a:lstStyle>
          <a:p>
            <a:pPr lvl="0"/>
            <a:r>
              <a:rPr lang="en-US" dirty="0"/>
              <a:t>Click to add text</a:t>
            </a:r>
            <a:endParaRPr lang="en-GB" dirty="0"/>
          </a:p>
        </p:txBody>
      </p:sp>
      <p:sp>
        <p:nvSpPr>
          <p:cNvPr id="17" name="Text Placeholder 12"/>
          <p:cNvSpPr>
            <a:spLocks noGrp="1"/>
          </p:cNvSpPr>
          <p:nvPr>
            <p:ph type="body" sz="quarter" idx="17" hasCustomPrompt="1"/>
          </p:nvPr>
        </p:nvSpPr>
        <p:spPr>
          <a:xfrm>
            <a:off x="7183800" y="1222512"/>
            <a:ext cx="1907100" cy="604800"/>
          </a:xfrm>
          <a:prstGeom prst="chevron">
            <a:avLst>
              <a:gd name="adj" fmla="val 31101"/>
            </a:avLst>
          </a:prstGeom>
          <a:solidFill>
            <a:schemeClr val="tx2"/>
          </a:solidFill>
        </p:spPr>
        <p:txBody>
          <a:bodyPr lIns="54000" tIns="54000" rIns="54000" bIns="54000" anchor="ctr"/>
          <a:lstStyle>
            <a:lvl1pPr algn="l">
              <a:defRPr sz="1400">
                <a:solidFill>
                  <a:schemeClr val="bg1"/>
                </a:solidFill>
              </a:defRPr>
            </a:lvl1pPr>
            <a:lvl2pPr>
              <a:defRPr sz="1400">
                <a:solidFill>
                  <a:schemeClr val="bg1"/>
                </a:solidFill>
              </a:defRPr>
            </a:lvl2pPr>
            <a:lvl3pPr>
              <a:defRPr sz="1400">
                <a:solidFill>
                  <a:schemeClr val="bg1"/>
                </a:solidFill>
              </a:defRPr>
            </a:lvl3pPr>
            <a:lvl4pPr>
              <a:defRPr sz="1400">
                <a:solidFill>
                  <a:schemeClr val="bg1"/>
                </a:solidFill>
              </a:defRPr>
            </a:lvl4pPr>
            <a:lvl5pPr>
              <a:defRPr sz="1400">
                <a:solidFill>
                  <a:schemeClr val="bg1"/>
                </a:solidFill>
              </a:defRPr>
            </a:lvl5pPr>
          </a:lstStyle>
          <a:p>
            <a:pPr lvl="0"/>
            <a:r>
              <a:rPr lang="en-US" dirty="0"/>
              <a:t>Click to add text</a:t>
            </a:r>
            <a:endParaRPr lang="en-GB" dirty="0"/>
          </a:p>
        </p:txBody>
      </p:sp>
    </p:spTree>
    <p:extLst>
      <p:ext uri="{BB962C8B-B14F-4D97-AF65-F5344CB8AC3E}">
        <p14:creationId xmlns:p14="http://schemas.microsoft.com/office/powerpoint/2010/main" val="3141881852"/>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QUAD WITH CENTER">
    <p:spTree>
      <p:nvGrpSpPr>
        <p:cNvPr id="1" name=""/>
        <p:cNvGrpSpPr/>
        <p:nvPr/>
      </p:nvGrpSpPr>
      <p:grpSpPr>
        <a:xfrm>
          <a:off x="0" y="0"/>
          <a:ext cx="0" cy="0"/>
          <a:chOff x="0" y="0"/>
          <a:chExt cx="0" cy="0"/>
        </a:xfrm>
      </p:grpSpPr>
      <p:sp>
        <p:nvSpPr>
          <p:cNvPr id="2" name="Title 1"/>
          <p:cNvSpPr>
            <a:spLocks noGrp="1"/>
          </p:cNvSpPr>
          <p:nvPr>
            <p:ph type="title"/>
          </p:nvPr>
        </p:nvSpPr>
        <p:spPr>
          <a:xfrm>
            <a:off x="815100" y="432000"/>
            <a:ext cx="8275800" cy="518400"/>
          </a:xfrm>
          <a:prstGeom prst="rect">
            <a:avLst/>
          </a:prstGeom>
        </p:spPr>
        <p:txBody>
          <a:bodyPr/>
          <a:lstStyle/>
          <a:p>
            <a:r>
              <a:rPr lang="ko-KR" altLang="en-US"/>
              <a:t>마스터 제목 스타일 편집</a:t>
            </a:r>
            <a:endParaRPr lang="en-US" dirty="0"/>
          </a:p>
        </p:txBody>
      </p:sp>
      <p:sp>
        <p:nvSpPr>
          <p:cNvPr id="16" name="Text Placeholder 10"/>
          <p:cNvSpPr>
            <a:spLocks noGrp="1"/>
          </p:cNvSpPr>
          <p:nvPr>
            <p:ph type="body" sz="quarter" idx="21"/>
          </p:nvPr>
        </p:nvSpPr>
        <p:spPr bwMode="gray">
          <a:xfrm>
            <a:off x="4287361" y="2906133"/>
            <a:ext cx="1290900" cy="1192053"/>
          </a:xfrm>
          <a:prstGeom prst="ellipse">
            <a:avLst/>
          </a:prstGeom>
          <a:solidFill>
            <a:schemeClr val="accent1"/>
          </a:solidFill>
          <a:ln>
            <a:noFill/>
          </a:ln>
        </p:spPr>
        <p:txBody>
          <a:bodyPr lIns="54000" tIns="54000" rIns="54000" bIns="54000" anchor="ctr" anchorCtr="1">
            <a:noAutofit/>
          </a:bodyPr>
          <a:lstStyle>
            <a:lvl1pPr algn="ctr">
              <a:defRPr sz="1400">
                <a:solidFill>
                  <a:schemeClr val="bg1"/>
                </a:solidFill>
                <a:latin typeface="+mn-lt"/>
                <a:cs typeface="Arial" panose="020B0604020202020204" pitchFamily="34" charset="0"/>
              </a:defRPr>
            </a:lvl1pPr>
          </a:lstStyle>
          <a:p>
            <a:pPr lvl="0"/>
            <a:r>
              <a:rPr lang="ko-KR" altLang="en-US"/>
              <a:t>마스터 텍스트 스타일을 편집합니다</a:t>
            </a:r>
          </a:p>
        </p:txBody>
      </p:sp>
      <p:sp>
        <p:nvSpPr>
          <p:cNvPr id="17" name="Text Placeholder 20"/>
          <p:cNvSpPr>
            <a:spLocks noGrp="1"/>
          </p:cNvSpPr>
          <p:nvPr>
            <p:ph type="body" sz="quarter" idx="26"/>
          </p:nvPr>
        </p:nvSpPr>
        <p:spPr bwMode="gray">
          <a:xfrm>
            <a:off x="815221" y="1209600"/>
            <a:ext cx="3126252" cy="388800"/>
          </a:xfrm>
          <a:prstGeom prst="rect">
            <a:avLst/>
          </a:prstGeom>
          <a:solidFill>
            <a:schemeClr val="tx2"/>
          </a:solidFill>
          <a:ln w="12700">
            <a:solidFill>
              <a:srgbClr val="00338D"/>
            </a:solidFill>
          </a:ln>
        </p:spPr>
        <p:txBody>
          <a:bodyPr vert="horz" lIns="54000" tIns="54000" rIns="54000" bIns="54000" rtlCol="0" anchor="ctr" anchorCtr="0">
            <a:noAutofit/>
          </a:bodyPr>
          <a:lstStyle>
            <a:lvl1pPr>
              <a:defRPr lang="en-US" sz="1400" b="1" kern="1200" noProof="0" dirty="0" smtClean="0">
                <a:solidFill>
                  <a:schemeClr val="bg1"/>
                </a:solidFill>
                <a:latin typeface="+mn-lt"/>
                <a:ea typeface="+mn-ea"/>
                <a:cs typeface="Arial" panose="020B0604020202020204" pitchFamily="34" charset="0"/>
              </a:defRPr>
            </a:lvl1pPr>
            <a:lvl5pPr>
              <a:defRPr/>
            </a:lvl5pPr>
            <a:lvl6pPr>
              <a:defRPr baseline="0"/>
            </a:lvl6pPr>
            <a:lvl7pPr>
              <a:defRPr baseline="0"/>
            </a:lvl7pPr>
            <a:lvl8pPr>
              <a:defRPr baseline="0"/>
            </a:lvl8pPr>
          </a:lstStyle>
          <a:p>
            <a:pPr marL="0" lvl="0" indent="0" algn="l" defTabSz="914400" rtl="0" eaLnBrk="1" latinLnBrk="0" hangingPunct="1">
              <a:lnSpc>
                <a:spcPct val="100000"/>
              </a:lnSpc>
              <a:spcBef>
                <a:spcPts val="600"/>
              </a:spcBef>
              <a:buFont typeface="Arial" pitchFamily="34" charset="0"/>
              <a:buNone/>
            </a:pPr>
            <a:r>
              <a:rPr lang="ko-KR" altLang="en-US"/>
              <a:t>마스터 텍스트 스타일을 편집합니다</a:t>
            </a:r>
          </a:p>
        </p:txBody>
      </p:sp>
      <p:sp>
        <p:nvSpPr>
          <p:cNvPr id="24" name="AutoShape 20"/>
          <p:cNvSpPr>
            <a:spLocks noChangeArrowheads="1"/>
          </p:cNvSpPr>
          <p:nvPr userDrawn="1"/>
        </p:nvSpPr>
        <p:spPr bwMode="gray">
          <a:xfrm rot="2700000" flipH="1" flipV="1">
            <a:off x="5393612" y="3994383"/>
            <a:ext cx="396053" cy="389834"/>
          </a:xfrm>
          <a:prstGeom prst="rightArrow">
            <a:avLst>
              <a:gd name="adj1" fmla="val 63333"/>
              <a:gd name="adj2" fmla="val 49582"/>
            </a:avLst>
          </a:prstGeom>
          <a:solidFill>
            <a:srgbClr val="00338D"/>
          </a:solidFill>
          <a:ln w="6350" algn="ctr">
            <a:noFill/>
            <a:miter lim="800000"/>
            <a:headEnd/>
            <a:tailEnd/>
          </a:ln>
          <a:effectLst/>
        </p:spPr>
        <p:txBody>
          <a:bodyPr rot="10800000" wrap="none" anchor="ctr">
            <a:noAutofit/>
          </a:bodyPr>
          <a:lstStyle/>
          <a:p>
            <a:pPr latinLnBrk="0"/>
            <a:endParaRPr lang="en-CA" sz="1400" dirty="0">
              <a:solidFill>
                <a:srgbClr val="483698"/>
              </a:solidFill>
            </a:endParaRPr>
          </a:p>
        </p:txBody>
      </p:sp>
      <p:sp>
        <p:nvSpPr>
          <p:cNvPr id="25" name="AutoShape 20"/>
          <p:cNvSpPr>
            <a:spLocks noChangeArrowheads="1"/>
          </p:cNvSpPr>
          <p:nvPr userDrawn="1"/>
        </p:nvSpPr>
        <p:spPr bwMode="gray">
          <a:xfrm rot="18900000" flipV="1">
            <a:off x="4062062" y="4014666"/>
            <a:ext cx="442060" cy="349264"/>
          </a:xfrm>
          <a:prstGeom prst="rightArrow">
            <a:avLst>
              <a:gd name="adj1" fmla="val 63333"/>
              <a:gd name="adj2" fmla="val 49582"/>
            </a:avLst>
          </a:prstGeom>
          <a:solidFill>
            <a:schemeClr val="tx2"/>
          </a:solidFill>
          <a:ln w="6350" algn="ctr">
            <a:noFill/>
            <a:miter lim="800000"/>
            <a:headEnd/>
            <a:tailEnd/>
          </a:ln>
          <a:effectLst/>
        </p:spPr>
        <p:txBody>
          <a:bodyPr rot="10800000" wrap="none" anchor="ctr">
            <a:noAutofit/>
          </a:bodyPr>
          <a:lstStyle/>
          <a:p>
            <a:pPr latinLnBrk="0"/>
            <a:endParaRPr lang="en-CA" sz="1400" dirty="0">
              <a:solidFill>
                <a:srgbClr val="483698"/>
              </a:solidFill>
            </a:endParaRPr>
          </a:p>
        </p:txBody>
      </p:sp>
      <p:sp>
        <p:nvSpPr>
          <p:cNvPr id="26" name="Text Placeholder 20"/>
          <p:cNvSpPr>
            <a:spLocks noGrp="1"/>
          </p:cNvSpPr>
          <p:nvPr>
            <p:ph type="body" sz="quarter" idx="48"/>
          </p:nvPr>
        </p:nvSpPr>
        <p:spPr bwMode="gray">
          <a:xfrm>
            <a:off x="815221" y="3970800"/>
            <a:ext cx="3126252" cy="388800"/>
          </a:xfrm>
          <a:prstGeom prst="rect">
            <a:avLst/>
          </a:prstGeom>
          <a:solidFill>
            <a:schemeClr val="tx2"/>
          </a:solidFill>
          <a:ln w="12700">
            <a:solidFill>
              <a:srgbClr val="00338D"/>
            </a:solidFill>
          </a:ln>
        </p:spPr>
        <p:txBody>
          <a:bodyPr vert="horz" lIns="54000" tIns="54000" rIns="54000" bIns="54000" rtlCol="0" anchor="ctr" anchorCtr="0">
            <a:noAutofit/>
          </a:bodyPr>
          <a:lstStyle>
            <a:lvl1pPr>
              <a:defRPr lang="en-US" sz="1400" b="1" kern="1200" noProof="0" dirty="0" smtClean="0">
                <a:solidFill>
                  <a:schemeClr val="bg1"/>
                </a:solidFill>
                <a:latin typeface="+mn-lt"/>
                <a:ea typeface="+mn-ea"/>
                <a:cs typeface="Arial" panose="020B0604020202020204" pitchFamily="34" charset="0"/>
              </a:defRPr>
            </a:lvl1pPr>
            <a:lvl5pPr>
              <a:defRPr/>
            </a:lvl5pPr>
            <a:lvl6pPr>
              <a:defRPr baseline="0"/>
            </a:lvl6pPr>
            <a:lvl7pPr>
              <a:defRPr baseline="0"/>
            </a:lvl7pPr>
            <a:lvl8pPr>
              <a:defRPr baseline="0"/>
            </a:lvl8pPr>
          </a:lstStyle>
          <a:p>
            <a:pPr marL="0" lvl="0" indent="0" algn="l" defTabSz="914400" rtl="0" eaLnBrk="1" latinLnBrk="0" hangingPunct="1">
              <a:lnSpc>
                <a:spcPct val="100000"/>
              </a:lnSpc>
              <a:spcBef>
                <a:spcPts val="600"/>
              </a:spcBef>
              <a:buFont typeface="Arial" pitchFamily="34" charset="0"/>
              <a:buNone/>
            </a:pPr>
            <a:r>
              <a:rPr lang="ko-KR" altLang="en-US"/>
              <a:t>마스터 텍스트 스타일을 편집합니다</a:t>
            </a:r>
          </a:p>
        </p:txBody>
      </p:sp>
      <p:sp>
        <p:nvSpPr>
          <p:cNvPr id="27" name="Text Placeholder 20"/>
          <p:cNvSpPr>
            <a:spLocks noGrp="1"/>
          </p:cNvSpPr>
          <p:nvPr>
            <p:ph type="body" sz="quarter" idx="50"/>
          </p:nvPr>
        </p:nvSpPr>
        <p:spPr bwMode="gray">
          <a:xfrm>
            <a:off x="5967002" y="1209600"/>
            <a:ext cx="3126252" cy="388800"/>
          </a:xfrm>
          <a:prstGeom prst="rect">
            <a:avLst/>
          </a:prstGeom>
          <a:solidFill>
            <a:schemeClr val="tx2"/>
          </a:solidFill>
          <a:ln w="12700">
            <a:solidFill>
              <a:srgbClr val="00338D"/>
            </a:solidFill>
          </a:ln>
        </p:spPr>
        <p:txBody>
          <a:bodyPr vert="horz" lIns="54000" tIns="54000" rIns="54000" bIns="54000" rtlCol="0" anchor="ctr" anchorCtr="0">
            <a:noAutofit/>
          </a:bodyPr>
          <a:lstStyle>
            <a:lvl1pPr>
              <a:defRPr lang="en-US" sz="1400" b="1" kern="1200" noProof="0" dirty="0" smtClean="0">
                <a:solidFill>
                  <a:schemeClr val="bg1"/>
                </a:solidFill>
                <a:latin typeface="+mn-lt"/>
                <a:ea typeface="+mn-ea"/>
                <a:cs typeface="Arial" panose="020B0604020202020204" pitchFamily="34" charset="0"/>
              </a:defRPr>
            </a:lvl1pPr>
            <a:lvl5pPr>
              <a:defRPr/>
            </a:lvl5pPr>
            <a:lvl6pPr>
              <a:defRPr baseline="0"/>
            </a:lvl6pPr>
            <a:lvl7pPr>
              <a:defRPr baseline="0"/>
            </a:lvl7pPr>
            <a:lvl8pPr>
              <a:defRPr baseline="0"/>
            </a:lvl8pPr>
          </a:lstStyle>
          <a:p>
            <a:pPr marL="0" lvl="0" indent="0" algn="l" defTabSz="914400" rtl="0" eaLnBrk="1" latinLnBrk="0" hangingPunct="1">
              <a:lnSpc>
                <a:spcPct val="100000"/>
              </a:lnSpc>
              <a:spcBef>
                <a:spcPts val="600"/>
              </a:spcBef>
              <a:buFont typeface="Arial" pitchFamily="34" charset="0"/>
              <a:buNone/>
            </a:pPr>
            <a:r>
              <a:rPr lang="ko-KR" altLang="en-US"/>
              <a:t>마스터 텍스트 스타일을 편집합니다</a:t>
            </a:r>
          </a:p>
        </p:txBody>
      </p:sp>
      <p:sp>
        <p:nvSpPr>
          <p:cNvPr id="28" name="Text Placeholder 20"/>
          <p:cNvSpPr>
            <a:spLocks noGrp="1"/>
          </p:cNvSpPr>
          <p:nvPr>
            <p:ph type="body" sz="quarter" idx="52"/>
          </p:nvPr>
        </p:nvSpPr>
        <p:spPr bwMode="gray">
          <a:xfrm>
            <a:off x="5967002" y="3970800"/>
            <a:ext cx="3126252" cy="388800"/>
          </a:xfrm>
          <a:prstGeom prst="rect">
            <a:avLst/>
          </a:prstGeom>
          <a:solidFill>
            <a:srgbClr val="00338D"/>
          </a:solidFill>
          <a:ln w="12700">
            <a:solidFill>
              <a:srgbClr val="00338D"/>
            </a:solidFill>
          </a:ln>
        </p:spPr>
        <p:txBody>
          <a:bodyPr vert="horz" lIns="54000" tIns="54000" rIns="54000" bIns="54000" rtlCol="0" anchor="ctr" anchorCtr="0">
            <a:noAutofit/>
          </a:bodyPr>
          <a:lstStyle>
            <a:lvl1pPr>
              <a:defRPr lang="en-US" sz="1400" b="1" kern="1200" noProof="0" dirty="0" smtClean="0">
                <a:solidFill>
                  <a:schemeClr val="bg1"/>
                </a:solidFill>
                <a:latin typeface="+mn-lt"/>
                <a:ea typeface="+mn-ea"/>
                <a:cs typeface="Arial" panose="020B0604020202020204" pitchFamily="34" charset="0"/>
              </a:defRPr>
            </a:lvl1pPr>
            <a:lvl5pPr>
              <a:defRPr/>
            </a:lvl5pPr>
            <a:lvl6pPr>
              <a:defRPr baseline="0"/>
            </a:lvl6pPr>
            <a:lvl7pPr>
              <a:defRPr baseline="0"/>
            </a:lvl7pPr>
            <a:lvl8pPr>
              <a:defRPr baseline="0"/>
            </a:lvl8pPr>
          </a:lstStyle>
          <a:p>
            <a:pPr marL="0" lvl="0" indent="0" algn="l" defTabSz="914400" rtl="0" eaLnBrk="1" latinLnBrk="0" hangingPunct="1">
              <a:lnSpc>
                <a:spcPct val="100000"/>
              </a:lnSpc>
              <a:spcBef>
                <a:spcPts val="600"/>
              </a:spcBef>
              <a:buFont typeface="Arial" pitchFamily="34" charset="0"/>
              <a:buNone/>
            </a:pPr>
            <a:r>
              <a:rPr lang="ko-KR" altLang="en-US"/>
              <a:t>마스터 텍스트 스타일을 편집합니다</a:t>
            </a:r>
          </a:p>
        </p:txBody>
      </p:sp>
      <p:sp>
        <p:nvSpPr>
          <p:cNvPr id="29" name="AutoShape 20"/>
          <p:cNvSpPr>
            <a:spLocks noChangeArrowheads="1"/>
          </p:cNvSpPr>
          <p:nvPr userDrawn="1"/>
        </p:nvSpPr>
        <p:spPr bwMode="gray">
          <a:xfrm rot="2700000">
            <a:off x="4092479" y="2652289"/>
            <a:ext cx="382279" cy="408476"/>
          </a:xfrm>
          <a:prstGeom prst="rightArrow">
            <a:avLst>
              <a:gd name="adj1" fmla="val 63333"/>
              <a:gd name="adj2" fmla="val 49582"/>
            </a:avLst>
          </a:prstGeom>
          <a:solidFill>
            <a:schemeClr val="tx2"/>
          </a:solidFill>
          <a:ln w="6350" algn="ctr">
            <a:noFill/>
            <a:miter lim="800000"/>
            <a:headEnd/>
            <a:tailEnd/>
          </a:ln>
          <a:effectLst/>
        </p:spPr>
        <p:txBody>
          <a:bodyPr rot="10800000" wrap="none" anchor="ctr">
            <a:noAutofit/>
          </a:bodyPr>
          <a:lstStyle/>
          <a:p>
            <a:pPr latinLnBrk="0"/>
            <a:endParaRPr lang="en-CA" sz="1400" dirty="0">
              <a:solidFill>
                <a:srgbClr val="483698"/>
              </a:solidFill>
            </a:endParaRPr>
          </a:p>
        </p:txBody>
      </p:sp>
      <p:sp>
        <p:nvSpPr>
          <p:cNvPr id="30" name="AutoShape 20"/>
          <p:cNvSpPr>
            <a:spLocks noChangeArrowheads="1"/>
          </p:cNvSpPr>
          <p:nvPr userDrawn="1"/>
        </p:nvSpPr>
        <p:spPr bwMode="gray">
          <a:xfrm rot="18900000" flipH="1">
            <a:off x="5377767" y="2673546"/>
            <a:ext cx="426686" cy="365965"/>
          </a:xfrm>
          <a:prstGeom prst="rightArrow">
            <a:avLst>
              <a:gd name="adj1" fmla="val 63333"/>
              <a:gd name="adj2" fmla="val 49582"/>
            </a:avLst>
          </a:prstGeom>
          <a:solidFill>
            <a:schemeClr val="tx2"/>
          </a:solidFill>
          <a:ln w="6350" algn="ctr">
            <a:noFill/>
            <a:miter lim="800000"/>
            <a:headEnd/>
            <a:tailEnd/>
          </a:ln>
          <a:effectLst/>
        </p:spPr>
        <p:txBody>
          <a:bodyPr rot="10800000" wrap="none" anchor="ctr">
            <a:noAutofit/>
          </a:bodyPr>
          <a:lstStyle/>
          <a:p>
            <a:pPr latinLnBrk="0"/>
            <a:endParaRPr lang="en-CA" sz="1400" dirty="0">
              <a:solidFill>
                <a:srgbClr val="483698"/>
              </a:solidFill>
            </a:endParaRPr>
          </a:p>
        </p:txBody>
      </p:sp>
      <p:sp>
        <p:nvSpPr>
          <p:cNvPr id="31" name="Text Placeholder 3"/>
          <p:cNvSpPr>
            <a:spLocks noGrp="1"/>
          </p:cNvSpPr>
          <p:nvPr>
            <p:ph type="body" sz="quarter" idx="53"/>
          </p:nvPr>
        </p:nvSpPr>
        <p:spPr>
          <a:xfrm>
            <a:off x="815219" y="1598400"/>
            <a:ext cx="3127800" cy="1447300"/>
          </a:xfrm>
          <a:ln w="12700">
            <a:solidFill>
              <a:schemeClr val="tx2"/>
            </a:solidFill>
          </a:ln>
        </p:spPr>
        <p:txBody>
          <a:bodyPr lIns="54000" tIns="54000" rIns="54000" bIns="54000">
            <a:noAutofit/>
          </a:bodyPr>
          <a:lstStyle>
            <a:lvl1pPr>
              <a:defRPr sz="1400">
                <a:latin typeface="+mn-lt"/>
              </a:defRPr>
            </a:lvl1pPr>
            <a:lvl2pPr>
              <a:defRPr sz="1400">
                <a:latin typeface="+mn-lt"/>
              </a:defRPr>
            </a:lvl2pPr>
            <a:lvl3pPr>
              <a:defRPr sz="1400">
                <a:latin typeface="+mn-lt"/>
              </a:defRPr>
            </a:lvl3pPr>
            <a:lvl4pPr>
              <a:defRPr sz="1400">
                <a:latin typeface="+mn-lt"/>
              </a:defRPr>
            </a:lvl4pPr>
            <a:lvl5pPr>
              <a:defRPr sz="1400">
                <a:latin typeface="+mn-lt"/>
              </a:defRPr>
            </a:lvl5pPr>
          </a:lstStyle>
          <a:p>
            <a:pPr lvl="0"/>
            <a:r>
              <a:rPr lang="ko-KR" altLang="en-US"/>
              <a:t>마스터 텍스트 스타일을 편집합니다</a:t>
            </a:r>
          </a:p>
          <a:p>
            <a:pPr lvl="1"/>
            <a:r>
              <a:rPr lang="ko-KR" altLang="en-US"/>
              <a:t>둘째 수준</a:t>
            </a:r>
          </a:p>
          <a:p>
            <a:pPr lvl="2"/>
            <a:r>
              <a:rPr lang="ko-KR" altLang="en-US"/>
              <a:t>셋째 수준</a:t>
            </a:r>
          </a:p>
          <a:p>
            <a:pPr lvl="3"/>
            <a:r>
              <a:rPr lang="ko-KR" altLang="en-US"/>
              <a:t>넷째 수준</a:t>
            </a:r>
          </a:p>
          <a:p>
            <a:pPr lvl="4"/>
            <a:r>
              <a:rPr lang="ko-KR" altLang="en-US"/>
              <a:t>다섯째 수준</a:t>
            </a:r>
            <a:endParaRPr lang="en-GB" dirty="0"/>
          </a:p>
        </p:txBody>
      </p:sp>
      <p:sp>
        <p:nvSpPr>
          <p:cNvPr id="32" name="Text Placeholder 3"/>
          <p:cNvSpPr>
            <a:spLocks noGrp="1"/>
          </p:cNvSpPr>
          <p:nvPr>
            <p:ph type="body" sz="quarter" idx="54"/>
          </p:nvPr>
        </p:nvSpPr>
        <p:spPr>
          <a:xfrm>
            <a:off x="815219" y="4355784"/>
            <a:ext cx="3127800" cy="1447300"/>
          </a:xfrm>
          <a:ln w="12700">
            <a:solidFill>
              <a:schemeClr val="tx2"/>
            </a:solidFill>
          </a:ln>
        </p:spPr>
        <p:txBody>
          <a:bodyPr lIns="54000" tIns="54000" rIns="54000" bIns="54000">
            <a:noAutofit/>
          </a:bodyPr>
          <a:lstStyle>
            <a:lvl1pPr>
              <a:defRPr sz="1400">
                <a:latin typeface="+mn-lt"/>
              </a:defRPr>
            </a:lvl1pPr>
            <a:lvl2pPr>
              <a:defRPr sz="1400">
                <a:latin typeface="+mn-lt"/>
              </a:defRPr>
            </a:lvl2pPr>
            <a:lvl3pPr>
              <a:defRPr sz="1400">
                <a:latin typeface="+mn-lt"/>
              </a:defRPr>
            </a:lvl3pPr>
            <a:lvl4pPr>
              <a:defRPr sz="1400">
                <a:latin typeface="+mn-lt"/>
              </a:defRPr>
            </a:lvl4pPr>
            <a:lvl5pPr>
              <a:defRPr sz="1400">
                <a:latin typeface="+mn-lt"/>
              </a:defRPr>
            </a:lvl5pPr>
          </a:lstStyle>
          <a:p>
            <a:pPr lvl="0"/>
            <a:r>
              <a:rPr lang="ko-KR" altLang="en-US"/>
              <a:t>마스터 텍스트 스타일을 편집합니다</a:t>
            </a:r>
          </a:p>
          <a:p>
            <a:pPr lvl="1"/>
            <a:r>
              <a:rPr lang="ko-KR" altLang="en-US"/>
              <a:t>둘째 수준</a:t>
            </a:r>
          </a:p>
          <a:p>
            <a:pPr lvl="2"/>
            <a:r>
              <a:rPr lang="ko-KR" altLang="en-US"/>
              <a:t>셋째 수준</a:t>
            </a:r>
          </a:p>
          <a:p>
            <a:pPr lvl="3"/>
            <a:r>
              <a:rPr lang="ko-KR" altLang="en-US"/>
              <a:t>넷째 수준</a:t>
            </a:r>
          </a:p>
          <a:p>
            <a:pPr lvl="4"/>
            <a:r>
              <a:rPr lang="ko-KR" altLang="en-US"/>
              <a:t>다섯째 수준</a:t>
            </a:r>
            <a:endParaRPr lang="en-GB" dirty="0"/>
          </a:p>
        </p:txBody>
      </p:sp>
      <p:sp>
        <p:nvSpPr>
          <p:cNvPr id="33" name="Text Placeholder 3"/>
          <p:cNvSpPr>
            <a:spLocks noGrp="1"/>
          </p:cNvSpPr>
          <p:nvPr>
            <p:ph type="body" sz="quarter" idx="55"/>
          </p:nvPr>
        </p:nvSpPr>
        <p:spPr>
          <a:xfrm>
            <a:off x="5965452" y="1598400"/>
            <a:ext cx="3127800" cy="1447300"/>
          </a:xfrm>
          <a:ln w="12700">
            <a:solidFill>
              <a:schemeClr val="tx2"/>
            </a:solidFill>
          </a:ln>
        </p:spPr>
        <p:txBody>
          <a:bodyPr lIns="54000" tIns="54000" rIns="54000" bIns="54000">
            <a:noAutofit/>
          </a:bodyPr>
          <a:lstStyle>
            <a:lvl1pPr>
              <a:defRPr sz="1400">
                <a:latin typeface="+mn-lt"/>
              </a:defRPr>
            </a:lvl1pPr>
            <a:lvl2pPr>
              <a:defRPr sz="1400">
                <a:latin typeface="+mn-lt"/>
              </a:defRPr>
            </a:lvl2pPr>
            <a:lvl3pPr>
              <a:defRPr sz="1400">
                <a:latin typeface="+mn-lt"/>
              </a:defRPr>
            </a:lvl3pPr>
            <a:lvl4pPr>
              <a:defRPr sz="1400">
                <a:latin typeface="+mn-lt"/>
              </a:defRPr>
            </a:lvl4pPr>
            <a:lvl5pPr>
              <a:defRPr sz="1400">
                <a:latin typeface="+mn-lt"/>
              </a:defRPr>
            </a:lvl5pPr>
          </a:lstStyle>
          <a:p>
            <a:pPr lvl="0"/>
            <a:r>
              <a:rPr lang="ko-KR" altLang="en-US"/>
              <a:t>마스터 텍스트 스타일을 편집합니다</a:t>
            </a:r>
          </a:p>
          <a:p>
            <a:pPr lvl="1"/>
            <a:r>
              <a:rPr lang="ko-KR" altLang="en-US"/>
              <a:t>둘째 수준</a:t>
            </a:r>
          </a:p>
          <a:p>
            <a:pPr lvl="2"/>
            <a:r>
              <a:rPr lang="ko-KR" altLang="en-US"/>
              <a:t>셋째 수준</a:t>
            </a:r>
          </a:p>
          <a:p>
            <a:pPr lvl="3"/>
            <a:r>
              <a:rPr lang="ko-KR" altLang="en-US"/>
              <a:t>넷째 수준</a:t>
            </a:r>
          </a:p>
          <a:p>
            <a:pPr lvl="4"/>
            <a:r>
              <a:rPr lang="ko-KR" altLang="en-US"/>
              <a:t>다섯째 수준</a:t>
            </a:r>
            <a:endParaRPr lang="en-GB" dirty="0"/>
          </a:p>
        </p:txBody>
      </p:sp>
      <p:sp>
        <p:nvSpPr>
          <p:cNvPr id="34" name="Text Placeholder 3"/>
          <p:cNvSpPr>
            <a:spLocks noGrp="1"/>
          </p:cNvSpPr>
          <p:nvPr>
            <p:ph type="body" sz="quarter" idx="56"/>
          </p:nvPr>
        </p:nvSpPr>
        <p:spPr>
          <a:xfrm>
            <a:off x="5965452" y="4355784"/>
            <a:ext cx="3127800" cy="1447300"/>
          </a:xfrm>
          <a:ln w="12700">
            <a:solidFill>
              <a:schemeClr val="tx2"/>
            </a:solidFill>
          </a:ln>
        </p:spPr>
        <p:txBody>
          <a:bodyPr lIns="54000" tIns="54000" rIns="54000" bIns="54000">
            <a:noAutofit/>
          </a:bodyPr>
          <a:lstStyle>
            <a:lvl1pPr>
              <a:defRPr sz="1400">
                <a:latin typeface="+mn-lt"/>
              </a:defRPr>
            </a:lvl1pPr>
            <a:lvl2pPr>
              <a:defRPr sz="1400">
                <a:latin typeface="+mn-lt"/>
              </a:defRPr>
            </a:lvl2pPr>
            <a:lvl3pPr>
              <a:defRPr sz="1400">
                <a:latin typeface="+mn-lt"/>
              </a:defRPr>
            </a:lvl3pPr>
            <a:lvl4pPr>
              <a:defRPr sz="1400">
                <a:latin typeface="+mn-lt"/>
              </a:defRPr>
            </a:lvl4pPr>
            <a:lvl5pPr>
              <a:defRPr sz="1400">
                <a:latin typeface="+mn-lt"/>
              </a:defRPr>
            </a:lvl5pPr>
          </a:lstStyle>
          <a:p>
            <a:pPr lvl="0"/>
            <a:r>
              <a:rPr lang="ko-KR" altLang="en-US"/>
              <a:t>마스터 텍스트 스타일을 편집합니다</a:t>
            </a:r>
          </a:p>
          <a:p>
            <a:pPr lvl="1"/>
            <a:r>
              <a:rPr lang="ko-KR" altLang="en-US"/>
              <a:t>둘째 수준</a:t>
            </a:r>
          </a:p>
          <a:p>
            <a:pPr lvl="2"/>
            <a:r>
              <a:rPr lang="ko-KR" altLang="en-US"/>
              <a:t>셋째 수준</a:t>
            </a:r>
          </a:p>
          <a:p>
            <a:pPr lvl="3"/>
            <a:r>
              <a:rPr lang="ko-KR" altLang="en-US"/>
              <a:t>넷째 수준</a:t>
            </a:r>
          </a:p>
          <a:p>
            <a:pPr lvl="4"/>
            <a:r>
              <a:rPr lang="ko-KR" altLang="en-US"/>
              <a:t>다섯째 수준</a:t>
            </a:r>
            <a:endParaRPr lang="en-GB" dirty="0"/>
          </a:p>
        </p:txBody>
      </p:sp>
    </p:spTree>
    <p:extLst>
      <p:ext uri="{BB962C8B-B14F-4D97-AF65-F5344CB8AC3E}">
        <p14:creationId xmlns:p14="http://schemas.microsoft.com/office/powerpoint/2010/main" val="370202215"/>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2 COLUMN BLUE">
    <p:spTree>
      <p:nvGrpSpPr>
        <p:cNvPr id="1" name=""/>
        <p:cNvGrpSpPr/>
        <p:nvPr/>
      </p:nvGrpSpPr>
      <p:grpSpPr>
        <a:xfrm>
          <a:off x="0" y="0"/>
          <a:ext cx="0" cy="0"/>
          <a:chOff x="0" y="0"/>
          <a:chExt cx="0" cy="0"/>
        </a:xfrm>
      </p:grpSpPr>
      <p:sp>
        <p:nvSpPr>
          <p:cNvPr id="2" name="Title 1"/>
          <p:cNvSpPr>
            <a:spLocks noGrp="1"/>
          </p:cNvSpPr>
          <p:nvPr>
            <p:ph type="title"/>
          </p:nvPr>
        </p:nvSpPr>
        <p:spPr>
          <a:xfrm>
            <a:off x="815100" y="432000"/>
            <a:ext cx="8275800" cy="518400"/>
          </a:xfrm>
          <a:prstGeom prst="rect">
            <a:avLst/>
          </a:prstGeom>
        </p:spPr>
        <p:txBody>
          <a:bodyPr/>
          <a:lstStyle/>
          <a:p>
            <a:r>
              <a:rPr lang="ko-KR" altLang="en-US"/>
              <a:t>마스터 제목 스타일 편집</a:t>
            </a:r>
            <a:endParaRPr lang="en-US" dirty="0"/>
          </a:p>
        </p:txBody>
      </p:sp>
      <p:sp>
        <p:nvSpPr>
          <p:cNvPr id="19" name="Text Placeholder 8"/>
          <p:cNvSpPr>
            <a:spLocks noGrp="1"/>
          </p:cNvSpPr>
          <p:nvPr>
            <p:ph type="body" sz="quarter" idx="19"/>
          </p:nvPr>
        </p:nvSpPr>
        <p:spPr>
          <a:xfrm>
            <a:off x="815100" y="1609825"/>
            <a:ext cx="4036500" cy="4194000"/>
          </a:xfrm>
          <a:ln w="12700">
            <a:solidFill>
              <a:schemeClr val="tx2"/>
            </a:solidFill>
          </a:ln>
        </p:spPr>
        <p:txBody>
          <a:bodyPr lIns="54000" tIns="54000" rIns="54000" bIns="54000"/>
          <a:lstStyle>
            <a:lvl1pPr>
              <a:defRPr sz="1500"/>
            </a:lvl1pPr>
            <a:lvl2pPr>
              <a:defRPr sz="1500"/>
            </a:lvl2pPr>
            <a:lvl3pPr>
              <a:defRPr sz="1500"/>
            </a:lvl3pPr>
            <a:lvl4pPr>
              <a:defRPr sz="1500"/>
            </a:lvl4pPr>
            <a:lvl5pPr>
              <a:defRPr sz="1500"/>
            </a:lvl5pPr>
          </a:lstStyle>
          <a:p>
            <a:pPr lvl="0"/>
            <a:r>
              <a:rPr lang="ko-KR" altLang="en-US"/>
              <a:t>마스터 텍스트 스타일을 편집합니다</a:t>
            </a:r>
          </a:p>
          <a:p>
            <a:pPr lvl="1"/>
            <a:r>
              <a:rPr lang="ko-KR" altLang="en-US"/>
              <a:t>둘째 수준</a:t>
            </a:r>
          </a:p>
          <a:p>
            <a:pPr lvl="2"/>
            <a:r>
              <a:rPr lang="ko-KR" altLang="en-US"/>
              <a:t>셋째 수준</a:t>
            </a:r>
          </a:p>
          <a:p>
            <a:pPr lvl="3"/>
            <a:r>
              <a:rPr lang="ko-KR" altLang="en-US"/>
              <a:t>넷째 수준</a:t>
            </a:r>
          </a:p>
          <a:p>
            <a:pPr lvl="4"/>
            <a:r>
              <a:rPr lang="ko-KR" altLang="en-US"/>
              <a:t>다섯째 수준</a:t>
            </a:r>
            <a:endParaRPr lang="en-GB" dirty="0"/>
          </a:p>
        </p:txBody>
      </p:sp>
      <p:sp>
        <p:nvSpPr>
          <p:cNvPr id="20" name="Text Placeholder 8"/>
          <p:cNvSpPr>
            <a:spLocks noGrp="1"/>
          </p:cNvSpPr>
          <p:nvPr>
            <p:ph type="body" sz="quarter" idx="20"/>
          </p:nvPr>
        </p:nvSpPr>
        <p:spPr>
          <a:xfrm>
            <a:off x="815100" y="1218880"/>
            <a:ext cx="4036500" cy="388800"/>
          </a:xfrm>
          <a:solidFill>
            <a:schemeClr val="tx2"/>
          </a:solidFill>
          <a:ln w="12700">
            <a:solidFill>
              <a:schemeClr val="tx2"/>
            </a:solidFill>
          </a:ln>
        </p:spPr>
        <p:txBody>
          <a:bodyPr lIns="54000" tIns="54000" rIns="54000" bIns="54000" anchor="ctr"/>
          <a:lstStyle>
            <a:lvl1pPr>
              <a:defRPr sz="1500">
                <a:solidFill>
                  <a:schemeClr val="bg1"/>
                </a:solidFill>
              </a:defRPr>
            </a:lvl1pPr>
            <a:lvl2pPr>
              <a:defRPr sz="1400"/>
            </a:lvl2pPr>
            <a:lvl3pPr>
              <a:defRPr sz="1400"/>
            </a:lvl3pPr>
            <a:lvl4pPr>
              <a:defRPr sz="1400"/>
            </a:lvl4pPr>
            <a:lvl5pPr>
              <a:defRPr sz="1400"/>
            </a:lvl5pPr>
          </a:lstStyle>
          <a:p>
            <a:pPr lvl="0"/>
            <a:r>
              <a:rPr lang="ko-KR" altLang="en-US"/>
              <a:t>마스터 텍스트 스타일을 편집합니다</a:t>
            </a:r>
          </a:p>
        </p:txBody>
      </p:sp>
      <p:sp>
        <p:nvSpPr>
          <p:cNvPr id="16" name="Text Placeholder 8"/>
          <p:cNvSpPr>
            <a:spLocks noGrp="1"/>
          </p:cNvSpPr>
          <p:nvPr>
            <p:ph type="body" sz="quarter" idx="21"/>
          </p:nvPr>
        </p:nvSpPr>
        <p:spPr>
          <a:xfrm>
            <a:off x="5054400" y="1609825"/>
            <a:ext cx="4036500" cy="4194000"/>
          </a:xfrm>
          <a:ln w="12700">
            <a:solidFill>
              <a:schemeClr val="tx2"/>
            </a:solidFill>
          </a:ln>
        </p:spPr>
        <p:txBody>
          <a:bodyPr lIns="54000" tIns="54000" rIns="54000" bIns="54000"/>
          <a:lstStyle>
            <a:lvl1pPr>
              <a:defRPr sz="1500"/>
            </a:lvl1pPr>
            <a:lvl2pPr>
              <a:defRPr sz="1500"/>
            </a:lvl2pPr>
            <a:lvl3pPr>
              <a:defRPr sz="1500"/>
            </a:lvl3pPr>
            <a:lvl4pPr>
              <a:defRPr sz="1500"/>
            </a:lvl4pPr>
            <a:lvl5pPr>
              <a:defRPr sz="1500"/>
            </a:lvl5pPr>
          </a:lstStyle>
          <a:p>
            <a:pPr lvl="0"/>
            <a:r>
              <a:rPr lang="ko-KR" altLang="en-US"/>
              <a:t>마스터 텍스트 스타일을 편집합니다</a:t>
            </a:r>
          </a:p>
          <a:p>
            <a:pPr lvl="1"/>
            <a:r>
              <a:rPr lang="ko-KR" altLang="en-US"/>
              <a:t>둘째 수준</a:t>
            </a:r>
          </a:p>
          <a:p>
            <a:pPr lvl="2"/>
            <a:r>
              <a:rPr lang="ko-KR" altLang="en-US"/>
              <a:t>셋째 수준</a:t>
            </a:r>
          </a:p>
          <a:p>
            <a:pPr lvl="3"/>
            <a:r>
              <a:rPr lang="ko-KR" altLang="en-US"/>
              <a:t>넷째 수준</a:t>
            </a:r>
          </a:p>
          <a:p>
            <a:pPr lvl="4"/>
            <a:r>
              <a:rPr lang="ko-KR" altLang="en-US"/>
              <a:t>다섯째 수준</a:t>
            </a:r>
            <a:endParaRPr lang="en-GB" dirty="0"/>
          </a:p>
        </p:txBody>
      </p:sp>
      <p:sp>
        <p:nvSpPr>
          <p:cNvPr id="17" name="Text Placeholder 8"/>
          <p:cNvSpPr>
            <a:spLocks noGrp="1"/>
          </p:cNvSpPr>
          <p:nvPr>
            <p:ph type="body" sz="quarter" idx="22"/>
          </p:nvPr>
        </p:nvSpPr>
        <p:spPr>
          <a:xfrm>
            <a:off x="5054400" y="1218880"/>
            <a:ext cx="4036500" cy="388800"/>
          </a:xfrm>
          <a:solidFill>
            <a:schemeClr val="tx2"/>
          </a:solidFill>
          <a:ln w="12700">
            <a:solidFill>
              <a:schemeClr val="tx2"/>
            </a:solidFill>
          </a:ln>
        </p:spPr>
        <p:txBody>
          <a:bodyPr lIns="54000" tIns="54000" rIns="54000" bIns="54000" anchor="ctr"/>
          <a:lstStyle>
            <a:lvl1pPr>
              <a:defRPr sz="1500">
                <a:solidFill>
                  <a:schemeClr val="bg1"/>
                </a:solidFill>
              </a:defRPr>
            </a:lvl1pPr>
            <a:lvl2pPr>
              <a:defRPr sz="1400"/>
            </a:lvl2pPr>
            <a:lvl3pPr>
              <a:defRPr sz="1400"/>
            </a:lvl3pPr>
            <a:lvl4pPr>
              <a:defRPr sz="1400"/>
            </a:lvl4pPr>
            <a:lvl5pPr>
              <a:defRPr sz="1400"/>
            </a:lvl5pPr>
          </a:lstStyle>
          <a:p>
            <a:pPr lvl="0"/>
            <a:r>
              <a:rPr lang="ko-KR" altLang="en-US"/>
              <a:t>마스터 텍스트 스타일을 편집합니다</a:t>
            </a:r>
          </a:p>
        </p:txBody>
      </p:sp>
    </p:spTree>
    <p:extLst>
      <p:ext uri="{BB962C8B-B14F-4D97-AF65-F5344CB8AC3E}">
        <p14:creationId xmlns:p14="http://schemas.microsoft.com/office/powerpoint/2010/main" val="985358860"/>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QUAD">
    <p:spTree>
      <p:nvGrpSpPr>
        <p:cNvPr id="1" name=""/>
        <p:cNvGrpSpPr/>
        <p:nvPr/>
      </p:nvGrpSpPr>
      <p:grpSpPr>
        <a:xfrm>
          <a:off x="0" y="0"/>
          <a:ext cx="0" cy="0"/>
          <a:chOff x="0" y="0"/>
          <a:chExt cx="0" cy="0"/>
        </a:xfrm>
      </p:grpSpPr>
      <p:sp>
        <p:nvSpPr>
          <p:cNvPr id="2" name="Title 1"/>
          <p:cNvSpPr>
            <a:spLocks noGrp="1"/>
          </p:cNvSpPr>
          <p:nvPr>
            <p:ph type="title"/>
          </p:nvPr>
        </p:nvSpPr>
        <p:spPr>
          <a:xfrm>
            <a:off x="815100" y="432000"/>
            <a:ext cx="8275800" cy="518400"/>
          </a:xfrm>
          <a:prstGeom prst="rect">
            <a:avLst/>
          </a:prstGeom>
        </p:spPr>
        <p:txBody>
          <a:bodyPr/>
          <a:lstStyle/>
          <a:p>
            <a:r>
              <a:rPr lang="ko-KR" altLang="en-US"/>
              <a:t>마스터 제목 스타일 편집</a:t>
            </a:r>
            <a:endParaRPr lang="en-US" dirty="0"/>
          </a:p>
        </p:txBody>
      </p:sp>
      <p:sp>
        <p:nvSpPr>
          <p:cNvPr id="19" name="Text Placeholder 8"/>
          <p:cNvSpPr>
            <a:spLocks noGrp="1"/>
          </p:cNvSpPr>
          <p:nvPr>
            <p:ph type="body" sz="quarter" idx="19"/>
          </p:nvPr>
        </p:nvSpPr>
        <p:spPr>
          <a:xfrm>
            <a:off x="815100" y="1609825"/>
            <a:ext cx="4036500" cy="1785600"/>
          </a:xfrm>
          <a:ln w="12700">
            <a:solidFill>
              <a:schemeClr val="tx2"/>
            </a:solidFill>
          </a:ln>
        </p:spPr>
        <p:txBody>
          <a:bodyPr lIns="54000" tIns="54000" rIns="54000" bIns="54000"/>
          <a:lstStyle>
            <a:lvl1pPr>
              <a:defRPr sz="1500"/>
            </a:lvl1pPr>
            <a:lvl2pPr>
              <a:defRPr sz="1500"/>
            </a:lvl2pPr>
            <a:lvl3pPr>
              <a:defRPr sz="1500"/>
            </a:lvl3pPr>
            <a:lvl4pPr>
              <a:defRPr sz="1500"/>
            </a:lvl4pPr>
            <a:lvl5pPr>
              <a:defRPr sz="1500"/>
            </a:lvl5pPr>
          </a:lstStyle>
          <a:p>
            <a:pPr lvl="0"/>
            <a:r>
              <a:rPr lang="ko-KR" altLang="en-US"/>
              <a:t>마스터 텍스트 스타일을 편집합니다</a:t>
            </a:r>
          </a:p>
          <a:p>
            <a:pPr lvl="1"/>
            <a:r>
              <a:rPr lang="ko-KR" altLang="en-US"/>
              <a:t>둘째 수준</a:t>
            </a:r>
          </a:p>
          <a:p>
            <a:pPr lvl="2"/>
            <a:r>
              <a:rPr lang="ko-KR" altLang="en-US"/>
              <a:t>셋째 수준</a:t>
            </a:r>
          </a:p>
          <a:p>
            <a:pPr lvl="3"/>
            <a:r>
              <a:rPr lang="ko-KR" altLang="en-US"/>
              <a:t>넷째 수준</a:t>
            </a:r>
          </a:p>
          <a:p>
            <a:pPr lvl="4"/>
            <a:r>
              <a:rPr lang="ko-KR" altLang="en-US"/>
              <a:t>다섯째 수준</a:t>
            </a:r>
            <a:endParaRPr lang="en-GB" dirty="0"/>
          </a:p>
        </p:txBody>
      </p:sp>
      <p:sp>
        <p:nvSpPr>
          <p:cNvPr id="20" name="Text Placeholder 8"/>
          <p:cNvSpPr>
            <a:spLocks noGrp="1"/>
          </p:cNvSpPr>
          <p:nvPr>
            <p:ph type="body" sz="quarter" idx="20"/>
          </p:nvPr>
        </p:nvSpPr>
        <p:spPr>
          <a:xfrm>
            <a:off x="815100" y="1218880"/>
            <a:ext cx="4036500" cy="388800"/>
          </a:xfrm>
          <a:solidFill>
            <a:schemeClr val="tx2"/>
          </a:solidFill>
          <a:ln w="12700">
            <a:solidFill>
              <a:schemeClr val="tx2"/>
            </a:solidFill>
          </a:ln>
        </p:spPr>
        <p:txBody>
          <a:bodyPr lIns="54000" tIns="54000" rIns="54000" bIns="54000" anchor="ctr"/>
          <a:lstStyle>
            <a:lvl1pPr>
              <a:defRPr sz="1500">
                <a:solidFill>
                  <a:schemeClr val="bg1"/>
                </a:solidFill>
              </a:defRPr>
            </a:lvl1pPr>
            <a:lvl2pPr>
              <a:defRPr sz="1400"/>
            </a:lvl2pPr>
            <a:lvl3pPr>
              <a:defRPr sz="1400"/>
            </a:lvl3pPr>
            <a:lvl4pPr>
              <a:defRPr sz="1400"/>
            </a:lvl4pPr>
            <a:lvl5pPr>
              <a:defRPr sz="1400"/>
            </a:lvl5pPr>
          </a:lstStyle>
          <a:p>
            <a:pPr lvl="0"/>
            <a:r>
              <a:rPr lang="ko-KR" altLang="en-US"/>
              <a:t>마스터 텍스트 스타일을 편집합니다</a:t>
            </a:r>
          </a:p>
        </p:txBody>
      </p:sp>
      <p:sp>
        <p:nvSpPr>
          <p:cNvPr id="16" name="Text Placeholder 8"/>
          <p:cNvSpPr>
            <a:spLocks noGrp="1"/>
          </p:cNvSpPr>
          <p:nvPr>
            <p:ph type="body" sz="quarter" idx="21"/>
          </p:nvPr>
        </p:nvSpPr>
        <p:spPr>
          <a:xfrm>
            <a:off x="5054400" y="1609825"/>
            <a:ext cx="4036500" cy="1785600"/>
          </a:xfrm>
          <a:ln w="12700">
            <a:solidFill>
              <a:schemeClr val="tx2"/>
            </a:solidFill>
          </a:ln>
        </p:spPr>
        <p:txBody>
          <a:bodyPr lIns="54000" tIns="54000" rIns="54000" bIns="54000"/>
          <a:lstStyle>
            <a:lvl1pPr>
              <a:defRPr sz="1500"/>
            </a:lvl1pPr>
            <a:lvl2pPr>
              <a:defRPr sz="1500"/>
            </a:lvl2pPr>
            <a:lvl3pPr>
              <a:defRPr sz="1500"/>
            </a:lvl3pPr>
            <a:lvl4pPr>
              <a:defRPr sz="1500"/>
            </a:lvl4pPr>
            <a:lvl5pPr>
              <a:defRPr sz="1500"/>
            </a:lvl5pPr>
          </a:lstStyle>
          <a:p>
            <a:pPr lvl="0"/>
            <a:r>
              <a:rPr lang="ko-KR" altLang="en-US"/>
              <a:t>마스터 텍스트 스타일을 편집합니다</a:t>
            </a:r>
          </a:p>
          <a:p>
            <a:pPr lvl="1"/>
            <a:r>
              <a:rPr lang="ko-KR" altLang="en-US"/>
              <a:t>둘째 수준</a:t>
            </a:r>
          </a:p>
          <a:p>
            <a:pPr lvl="2"/>
            <a:r>
              <a:rPr lang="ko-KR" altLang="en-US"/>
              <a:t>셋째 수준</a:t>
            </a:r>
          </a:p>
          <a:p>
            <a:pPr lvl="3"/>
            <a:r>
              <a:rPr lang="ko-KR" altLang="en-US"/>
              <a:t>넷째 수준</a:t>
            </a:r>
          </a:p>
          <a:p>
            <a:pPr lvl="4"/>
            <a:r>
              <a:rPr lang="ko-KR" altLang="en-US"/>
              <a:t>다섯째 수준</a:t>
            </a:r>
            <a:endParaRPr lang="en-GB" dirty="0"/>
          </a:p>
        </p:txBody>
      </p:sp>
      <p:sp>
        <p:nvSpPr>
          <p:cNvPr id="17" name="Text Placeholder 8"/>
          <p:cNvSpPr>
            <a:spLocks noGrp="1"/>
          </p:cNvSpPr>
          <p:nvPr>
            <p:ph type="body" sz="quarter" idx="22"/>
          </p:nvPr>
        </p:nvSpPr>
        <p:spPr>
          <a:xfrm>
            <a:off x="5054400" y="1218880"/>
            <a:ext cx="4036500" cy="388800"/>
          </a:xfrm>
          <a:solidFill>
            <a:schemeClr val="tx2"/>
          </a:solidFill>
          <a:ln w="12700">
            <a:solidFill>
              <a:schemeClr val="tx2"/>
            </a:solidFill>
          </a:ln>
        </p:spPr>
        <p:txBody>
          <a:bodyPr lIns="54000" tIns="54000" rIns="54000" bIns="54000" anchor="ctr"/>
          <a:lstStyle>
            <a:lvl1pPr>
              <a:defRPr sz="1500">
                <a:solidFill>
                  <a:schemeClr val="bg1"/>
                </a:solidFill>
              </a:defRPr>
            </a:lvl1pPr>
            <a:lvl2pPr>
              <a:defRPr sz="1400"/>
            </a:lvl2pPr>
            <a:lvl3pPr>
              <a:defRPr sz="1400"/>
            </a:lvl3pPr>
            <a:lvl4pPr>
              <a:defRPr sz="1400"/>
            </a:lvl4pPr>
            <a:lvl5pPr>
              <a:defRPr sz="1400"/>
            </a:lvl5pPr>
          </a:lstStyle>
          <a:p>
            <a:pPr lvl="0"/>
            <a:r>
              <a:rPr lang="ko-KR" altLang="en-US"/>
              <a:t>마스터 텍스트 스타일을 편집합니다</a:t>
            </a:r>
          </a:p>
        </p:txBody>
      </p:sp>
      <p:sp>
        <p:nvSpPr>
          <p:cNvPr id="7" name="Text Placeholder 8"/>
          <p:cNvSpPr>
            <a:spLocks noGrp="1"/>
          </p:cNvSpPr>
          <p:nvPr>
            <p:ph type="body" sz="quarter" idx="23"/>
          </p:nvPr>
        </p:nvSpPr>
        <p:spPr>
          <a:xfrm>
            <a:off x="815100" y="4019650"/>
            <a:ext cx="4036500" cy="1785600"/>
          </a:xfrm>
          <a:ln w="12700">
            <a:solidFill>
              <a:schemeClr val="tx2"/>
            </a:solidFill>
          </a:ln>
        </p:spPr>
        <p:txBody>
          <a:bodyPr lIns="54000" tIns="54000" rIns="54000" bIns="54000"/>
          <a:lstStyle>
            <a:lvl1pPr>
              <a:defRPr sz="1500"/>
            </a:lvl1pPr>
            <a:lvl2pPr>
              <a:defRPr sz="1500"/>
            </a:lvl2pPr>
            <a:lvl3pPr>
              <a:defRPr sz="1500"/>
            </a:lvl3pPr>
            <a:lvl4pPr>
              <a:defRPr sz="1500"/>
            </a:lvl4pPr>
            <a:lvl5pPr>
              <a:defRPr sz="1500"/>
            </a:lvl5pPr>
          </a:lstStyle>
          <a:p>
            <a:pPr lvl="0"/>
            <a:r>
              <a:rPr lang="ko-KR" altLang="en-US"/>
              <a:t>마스터 텍스트 스타일을 편집합니다</a:t>
            </a:r>
          </a:p>
          <a:p>
            <a:pPr lvl="1"/>
            <a:r>
              <a:rPr lang="ko-KR" altLang="en-US"/>
              <a:t>둘째 수준</a:t>
            </a:r>
          </a:p>
          <a:p>
            <a:pPr lvl="2"/>
            <a:r>
              <a:rPr lang="ko-KR" altLang="en-US"/>
              <a:t>셋째 수준</a:t>
            </a:r>
          </a:p>
          <a:p>
            <a:pPr lvl="3"/>
            <a:r>
              <a:rPr lang="ko-KR" altLang="en-US"/>
              <a:t>넷째 수준</a:t>
            </a:r>
          </a:p>
          <a:p>
            <a:pPr lvl="4"/>
            <a:r>
              <a:rPr lang="ko-KR" altLang="en-US"/>
              <a:t>다섯째 수준</a:t>
            </a:r>
            <a:endParaRPr lang="en-GB" dirty="0"/>
          </a:p>
        </p:txBody>
      </p:sp>
      <p:sp>
        <p:nvSpPr>
          <p:cNvPr id="8" name="Text Placeholder 8"/>
          <p:cNvSpPr>
            <a:spLocks noGrp="1"/>
          </p:cNvSpPr>
          <p:nvPr>
            <p:ph type="body" sz="quarter" idx="24"/>
          </p:nvPr>
        </p:nvSpPr>
        <p:spPr>
          <a:xfrm>
            <a:off x="815100" y="3628705"/>
            <a:ext cx="4036500" cy="388800"/>
          </a:xfrm>
          <a:solidFill>
            <a:schemeClr val="tx2"/>
          </a:solidFill>
          <a:ln w="12700">
            <a:solidFill>
              <a:schemeClr val="tx2"/>
            </a:solidFill>
          </a:ln>
        </p:spPr>
        <p:txBody>
          <a:bodyPr lIns="54000" tIns="54000" rIns="54000" bIns="54000" anchor="ctr"/>
          <a:lstStyle>
            <a:lvl1pPr>
              <a:defRPr sz="1500">
                <a:solidFill>
                  <a:schemeClr val="bg1"/>
                </a:solidFill>
              </a:defRPr>
            </a:lvl1pPr>
            <a:lvl2pPr>
              <a:defRPr sz="1400"/>
            </a:lvl2pPr>
            <a:lvl3pPr>
              <a:defRPr sz="1400"/>
            </a:lvl3pPr>
            <a:lvl4pPr>
              <a:defRPr sz="1400"/>
            </a:lvl4pPr>
            <a:lvl5pPr>
              <a:defRPr sz="1400"/>
            </a:lvl5pPr>
          </a:lstStyle>
          <a:p>
            <a:pPr lvl="0"/>
            <a:r>
              <a:rPr lang="ko-KR" altLang="en-US"/>
              <a:t>마스터 텍스트 스타일을 편집합니다</a:t>
            </a:r>
          </a:p>
        </p:txBody>
      </p:sp>
      <p:sp>
        <p:nvSpPr>
          <p:cNvPr id="9" name="Text Placeholder 8"/>
          <p:cNvSpPr>
            <a:spLocks noGrp="1"/>
          </p:cNvSpPr>
          <p:nvPr>
            <p:ph type="body" sz="quarter" idx="25"/>
          </p:nvPr>
        </p:nvSpPr>
        <p:spPr>
          <a:xfrm>
            <a:off x="5054400" y="4019650"/>
            <a:ext cx="4036500" cy="1785600"/>
          </a:xfrm>
          <a:ln w="12700">
            <a:solidFill>
              <a:schemeClr val="tx2"/>
            </a:solidFill>
          </a:ln>
        </p:spPr>
        <p:txBody>
          <a:bodyPr lIns="54000" tIns="54000" rIns="54000" bIns="54000"/>
          <a:lstStyle>
            <a:lvl1pPr>
              <a:defRPr sz="1500"/>
            </a:lvl1pPr>
            <a:lvl2pPr>
              <a:defRPr sz="1500"/>
            </a:lvl2pPr>
            <a:lvl3pPr>
              <a:defRPr sz="1500"/>
            </a:lvl3pPr>
            <a:lvl4pPr>
              <a:defRPr sz="1500"/>
            </a:lvl4pPr>
            <a:lvl5pPr>
              <a:defRPr sz="1500"/>
            </a:lvl5pPr>
          </a:lstStyle>
          <a:p>
            <a:pPr lvl="0"/>
            <a:r>
              <a:rPr lang="ko-KR" altLang="en-US"/>
              <a:t>마스터 텍스트 스타일을 편집합니다</a:t>
            </a:r>
          </a:p>
          <a:p>
            <a:pPr lvl="1"/>
            <a:r>
              <a:rPr lang="ko-KR" altLang="en-US"/>
              <a:t>둘째 수준</a:t>
            </a:r>
          </a:p>
          <a:p>
            <a:pPr lvl="2"/>
            <a:r>
              <a:rPr lang="ko-KR" altLang="en-US"/>
              <a:t>셋째 수준</a:t>
            </a:r>
          </a:p>
          <a:p>
            <a:pPr lvl="3"/>
            <a:r>
              <a:rPr lang="ko-KR" altLang="en-US"/>
              <a:t>넷째 수준</a:t>
            </a:r>
          </a:p>
          <a:p>
            <a:pPr lvl="4"/>
            <a:r>
              <a:rPr lang="ko-KR" altLang="en-US"/>
              <a:t>다섯째 수준</a:t>
            </a:r>
            <a:endParaRPr lang="en-GB" dirty="0"/>
          </a:p>
        </p:txBody>
      </p:sp>
      <p:sp>
        <p:nvSpPr>
          <p:cNvPr id="10" name="Text Placeholder 8"/>
          <p:cNvSpPr>
            <a:spLocks noGrp="1"/>
          </p:cNvSpPr>
          <p:nvPr>
            <p:ph type="body" sz="quarter" idx="26"/>
          </p:nvPr>
        </p:nvSpPr>
        <p:spPr>
          <a:xfrm>
            <a:off x="5054400" y="3628705"/>
            <a:ext cx="4036500" cy="388800"/>
          </a:xfrm>
          <a:solidFill>
            <a:schemeClr val="tx2"/>
          </a:solidFill>
          <a:ln w="12700">
            <a:solidFill>
              <a:schemeClr val="tx2"/>
            </a:solidFill>
          </a:ln>
        </p:spPr>
        <p:txBody>
          <a:bodyPr lIns="54000" tIns="54000" rIns="54000" bIns="54000" anchor="ctr"/>
          <a:lstStyle>
            <a:lvl1pPr>
              <a:defRPr sz="1500">
                <a:solidFill>
                  <a:schemeClr val="bg1"/>
                </a:solidFill>
              </a:defRPr>
            </a:lvl1pPr>
            <a:lvl2pPr>
              <a:defRPr sz="1400"/>
            </a:lvl2pPr>
            <a:lvl3pPr>
              <a:defRPr sz="1400"/>
            </a:lvl3pPr>
            <a:lvl4pPr>
              <a:defRPr sz="1400"/>
            </a:lvl4pPr>
            <a:lvl5pPr>
              <a:defRPr sz="1400"/>
            </a:lvl5pPr>
          </a:lstStyle>
          <a:p>
            <a:pPr lvl="0"/>
            <a:r>
              <a:rPr lang="ko-KR" altLang="en-US"/>
              <a:t>마스터 텍스트 스타일을 편집합니다</a:t>
            </a:r>
          </a:p>
        </p:txBody>
      </p:sp>
    </p:spTree>
    <p:extLst>
      <p:ext uri="{BB962C8B-B14F-4D97-AF65-F5344CB8AC3E}">
        <p14:creationId xmlns:p14="http://schemas.microsoft.com/office/powerpoint/2010/main" val="1178360573"/>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showMasterSp="0" preserve="1" userDrawn="1">
  <p:cSld name="Image only">
    <p:spTree>
      <p:nvGrpSpPr>
        <p:cNvPr id="1" name=""/>
        <p:cNvGrpSpPr/>
        <p:nvPr/>
      </p:nvGrpSpPr>
      <p:grpSpPr>
        <a:xfrm>
          <a:off x="0" y="0"/>
          <a:ext cx="0" cy="0"/>
          <a:chOff x="0" y="0"/>
          <a:chExt cx="0" cy="0"/>
        </a:xfrm>
      </p:grpSpPr>
      <p:pic>
        <p:nvPicPr>
          <p:cNvPr id="4" name="Picture 3"/>
          <p:cNvPicPr>
            <a:picLocks noChangeAspect="1"/>
          </p:cNvPicPr>
          <p:nvPr userDrawn="1"/>
        </p:nvPicPr>
        <p:blipFill rotWithShape="1">
          <a:blip r:embed="rId2">
            <a:extLst>
              <a:ext uri="{28A0092B-C50C-407E-A947-70E740481C1C}">
                <a14:useLocalDpi xmlns:a14="http://schemas.microsoft.com/office/drawing/2010/main" val="0"/>
              </a:ext>
            </a:extLst>
          </a:blip>
          <a:srcRect l="6020" t="-1" r="11694" b="17937"/>
          <a:stretch/>
        </p:blipFill>
        <p:spPr>
          <a:xfrm>
            <a:off x="1" y="0"/>
            <a:ext cx="9906000" cy="6858000"/>
          </a:xfrm>
          <a:prstGeom prst="rect">
            <a:avLst/>
          </a:prstGeom>
        </p:spPr>
      </p:pic>
      <p:pic>
        <p:nvPicPr>
          <p:cNvPr id="5" name="그림 4"/>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637181" y="6243799"/>
            <a:ext cx="738654" cy="163335"/>
          </a:xfrm>
          <a:prstGeom prst="rect">
            <a:avLst/>
          </a:prstGeom>
        </p:spPr>
      </p:pic>
    </p:spTree>
    <p:extLst>
      <p:ext uri="{BB962C8B-B14F-4D97-AF65-F5344CB8AC3E}">
        <p14:creationId xmlns:p14="http://schemas.microsoft.com/office/powerpoint/2010/main" val="2441212247"/>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showMasterSp="0" preserve="1" userDrawn="1">
  <p:cSld name="DIVIDER 1">
    <p:bg>
      <p:bgPr>
        <a:solidFill>
          <a:schemeClr val="accent1"/>
        </a:solidFill>
        <a:effectLst/>
      </p:bgPr>
    </p:bg>
    <p:spTree>
      <p:nvGrpSpPr>
        <p:cNvPr id="1" name=""/>
        <p:cNvGrpSpPr/>
        <p:nvPr/>
      </p:nvGrpSpPr>
      <p:grpSpPr>
        <a:xfrm>
          <a:off x="0" y="0"/>
          <a:ext cx="0" cy="0"/>
          <a:chOff x="0" y="0"/>
          <a:chExt cx="0" cy="0"/>
        </a:xfrm>
      </p:grpSpPr>
      <p:sp>
        <p:nvSpPr>
          <p:cNvPr id="2" name="Title 1"/>
          <p:cNvSpPr>
            <a:spLocks noGrp="1"/>
          </p:cNvSpPr>
          <p:nvPr>
            <p:ph type="ctrTitle" hasCustomPrompt="1"/>
          </p:nvPr>
        </p:nvSpPr>
        <p:spPr>
          <a:xfrm>
            <a:off x="2215200" y="1346400"/>
            <a:ext cx="6708000" cy="3510000"/>
          </a:xfrm>
          <a:prstGeom prst="rect">
            <a:avLst/>
          </a:prstGeom>
        </p:spPr>
        <p:txBody>
          <a:bodyPr anchor="t" anchorCtr="0"/>
          <a:lstStyle>
            <a:lvl1pPr algn="l">
              <a:defRPr sz="11000">
                <a:solidFill>
                  <a:schemeClr val="bg1"/>
                </a:solidFill>
              </a:defRPr>
            </a:lvl1pPr>
          </a:lstStyle>
          <a:p>
            <a:r>
              <a:rPr lang="en-GB" dirty="0"/>
              <a:t>Section divider one title style</a:t>
            </a:r>
            <a:endParaRPr lang="en-US" dirty="0"/>
          </a:p>
        </p:txBody>
      </p:sp>
      <p:sp>
        <p:nvSpPr>
          <p:cNvPr id="4" name="object 3"/>
          <p:cNvSpPr/>
          <p:nvPr userDrawn="1"/>
        </p:nvSpPr>
        <p:spPr>
          <a:xfrm>
            <a:off x="2" y="0"/>
            <a:ext cx="1720042" cy="6858000"/>
          </a:xfrm>
          <a:custGeom>
            <a:avLst/>
            <a:gdLst/>
            <a:ahLst/>
            <a:cxnLst/>
            <a:rect l="l" t="t" r="r" b="b"/>
            <a:pathLst>
              <a:path w="1742046" h="7772400">
                <a:moveTo>
                  <a:pt x="0" y="7772400"/>
                </a:moveTo>
                <a:lnTo>
                  <a:pt x="1742046" y="7772400"/>
                </a:lnTo>
                <a:lnTo>
                  <a:pt x="1742046" y="0"/>
                </a:lnTo>
                <a:lnTo>
                  <a:pt x="0" y="0"/>
                </a:lnTo>
                <a:lnTo>
                  <a:pt x="0" y="7772400"/>
                </a:lnTo>
                <a:close/>
              </a:path>
            </a:pathLst>
          </a:custGeom>
          <a:solidFill>
            <a:srgbClr val="00338D"/>
          </a:solidFill>
        </p:spPr>
        <p:txBody>
          <a:bodyPr wrap="square" lIns="0" tIns="0" rIns="0" bIns="0" rtlCol="0">
            <a:noAutofit/>
          </a:bodyPr>
          <a:lstStyle/>
          <a:p>
            <a:pPr latinLnBrk="0"/>
            <a:endParaRPr sz="1800" dirty="0">
              <a:solidFill>
                <a:srgbClr val="000000"/>
              </a:solidFill>
            </a:endParaRPr>
          </a:p>
        </p:txBody>
      </p:sp>
      <p:sp>
        <p:nvSpPr>
          <p:cNvPr id="7" name="Text Placeholder 3"/>
          <p:cNvSpPr>
            <a:spLocks noGrp="1"/>
          </p:cNvSpPr>
          <p:nvPr>
            <p:ph type="body" sz="quarter" idx="11"/>
          </p:nvPr>
        </p:nvSpPr>
        <p:spPr>
          <a:xfrm>
            <a:off x="2236108" y="5036400"/>
            <a:ext cx="6687092" cy="216000"/>
          </a:xfrm>
        </p:spPr>
        <p:txBody>
          <a:bodyPr/>
          <a:lstStyle>
            <a:lvl1pPr>
              <a:defRPr sz="1100">
                <a:solidFill>
                  <a:schemeClr val="bg1"/>
                </a:solidFill>
              </a:defRPr>
            </a:lvl1pPr>
            <a:lvl2pPr>
              <a:defRPr sz="1100">
                <a:solidFill>
                  <a:schemeClr val="bg1"/>
                </a:solidFill>
              </a:defRPr>
            </a:lvl2pPr>
            <a:lvl3pPr>
              <a:buClr>
                <a:schemeClr val="bg1"/>
              </a:buClr>
              <a:defRPr sz="1100">
                <a:solidFill>
                  <a:schemeClr val="bg1"/>
                </a:solidFill>
              </a:defRPr>
            </a:lvl3pPr>
            <a:lvl4pPr>
              <a:buClr>
                <a:schemeClr val="bg1"/>
              </a:buClr>
              <a:defRPr sz="1100">
                <a:solidFill>
                  <a:schemeClr val="bg1"/>
                </a:solidFill>
              </a:defRPr>
            </a:lvl4pPr>
            <a:lvl5pPr>
              <a:buClr>
                <a:schemeClr val="bg1"/>
              </a:buClr>
              <a:defRPr sz="1100">
                <a:solidFill>
                  <a:schemeClr val="bg1"/>
                </a:solidFill>
              </a:defRPr>
            </a:lvl5pPr>
          </a:lstStyle>
          <a:p>
            <a:pPr lvl="0"/>
            <a:r>
              <a:rPr lang="ko-KR" altLang="en-US"/>
              <a:t>마스터 텍스트 스타일을 편집합니다</a:t>
            </a:r>
          </a:p>
        </p:txBody>
      </p:sp>
      <p:pic>
        <p:nvPicPr>
          <p:cNvPr id="8" name="그림 7"/>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2214803" y="782799"/>
            <a:ext cx="1553543" cy="343527"/>
          </a:xfrm>
          <a:prstGeom prst="rect">
            <a:avLst/>
          </a:prstGeom>
        </p:spPr>
      </p:pic>
    </p:spTree>
    <p:extLst>
      <p:ext uri="{BB962C8B-B14F-4D97-AF65-F5344CB8AC3E}">
        <p14:creationId xmlns:p14="http://schemas.microsoft.com/office/powerpoint/2010/main" val="1356417241"/>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showMasterSp="0" preserve="1" userDrawn="1">
  <p:cSld name="DIVIDER 2">
    <p:bg>
      <p:bgPr>
        <a:solidFill>
          <a:srgbClr val="6D2077"/>
        </a:solidFill>
        <a:effectLst/>
      </p:bgPr>
    </p:bg>
    <p:spTree>
      <p:nvGrpSpPr>
        <p:cNvPr id="1" name=""/>
        <p:cNvGrpSpPr/>
        <p:nvPr/>
      </p:nvGrpSpPr>
      <p:grpSpPr>
        <a:xfrm>
          <a:off x="0" y="0"/>
          <a:ext cx="0" cy="0"/>
          <a:chOff x="0" y="0"/>
          <a:chExt cx="0" cy="0"/>
        </a:xfrm>
      </p:grpSpPr>
      <p:sp>
        <p:nvSpPr>
          <p:cNvPr id="2" name="Title 1"/>
          <p:cNvSpPr>
            <a:spLocks noGrp="1"/>
          </p:cNvSpPr>
          <p:nvPr>
            <p:ph type="ctrTitle" hasCustomPrompt="1"/>
          </p:nvPr>
        </p:nvSpPr>
        <p:spPr>
          <a:xfrm>
            <a:off x="2215200" y="1346400"/>
            <a:ext cx="6708000" cy="3510000"/>
          </a:xfrm>
          <a:prstGeom prst="rect">
            <a:avLst/>
          </a:prstGeom>
        </p:spPr>
        <p:txBody>
          <a:bodyPr anchor="t" anchorCtr="0"/>
          <a:lstStyle>
            <a:lvl1pPr algn="l">
              <a:defRPr sz="11000">
                <a:solidFill>
                  <a:schemeClr val="bg1"/>
                </a:solidFill>
              </a:defRPr>
            </a:lvl1pPr>
          </a:lstStyle>
          <a:p>
            <a:r>
              <a:rPr lang="en-GB" dirty="0"/>
              <a:t>Section divider two title style</a:t>
            </a:r>
            <a:endParaRPr lang="en-US" dirty="0"/>
          </a:p>
        </p:txBody>
      </p:sp>
      <p:sp>
        <p:nvSpPr>
          <p:cNvPr id="4" name="object 3"/>
          <p:cNvSpPr/>
          <p:nvPr userDrawn="1"/>
        </p:nvSpPr>
        <p:spPr>
          <a:xfrm>
            <a:off x="2" y="0"/>
            <a:ext cx="1720042" cy="6858000"/>
          </a:xfrm>
          <a:custGeom>
            <a:avLst/>
            <a:gdLst/>
            <a:ahLst/>
            <a:cxnLst/>
            <a:rect l="l" t="t" r="r" b="b"/>
            <a:pathLst>
              <a:path w="1742046" h="7772400">
                <a:moveTo>
                  <a:pt x="0" y="7772400"/>
                </a:moveTo>
                <a:lnTo>
                  <a:pt x="1742046" y="7772400"/>
                </a:lnTo>
                <a:lnTo>
                  <a:pt x="1742046" y="0"/>
                </a:lnTo>
                <a:lnTo>
                  <a:pt x="0" y="0"/>
                </a:lnTo>
                <a:lnTo>
                  <a:pt x="0" y="7772400"/>
                </a:lnTo>
                <a:close/>
              </a:path>
            </a:pathLst>
          </a:custGeom>
          <a:solidFill>
            <a:srgbClr val="00A3A1"/>
          </a:solidFill>
        </p:spPr>
        <p:txBody>
          <a:bodyPr wrap="square" lIns="0" tIns="0" rIns="0" bIns="0" rtlCol="0">
            <a:noAutofit/>
          </a:bodyPr>
          <a:lstStyle/>
          <a:p>
            <a:pPr latinLnBrk="0"/>
            <a:endParaRPr sz="1800" dirty="0">
              <a:solidFill>
                <a:srgbClr val="000000"/>
              </a:solidFill>
            </a:endParaRPr>
          </a:p>
        </p:txBody>
      </p:sp>
      <p:sp>
        <p:nvSpPr>
          <p:cNvPr id="7" name="Text Placeholder 3"/>
          <p:cNvSpPr>
            <a:spLocks noGrp="1"/>
          </p:cNvSpPr>
          <p:nvPr>
            <p:ph type="body" sz="quarter" idx="11"/>
          </p:nvPr>
        </p:nvSpPr>
        <p:spPr>
          <a:xfrm>
            <a:off x="2236108" y="5036400"/>
            <a:ext cx="6687092" cy="216000"/>
          </a:xfrm>
        </p:spPr>
        <p:txBody>
          <a:bodyPr/>
          <a:lstStyle>
            <a:lvl1pPr>
              <a:defRPr sz="1100">
                <a:solidFill>
                  <a:schemeClr val="bg1"/>
                </a:solidFill>
              </a:defRPr>
            </a:lvl1pPr>
            <a:lvl2pPr>
              <a:defRPr sz="1100">
                <a:solidFill>
                  <a:schemeClr val="bg1"/>
                </a:solidFill>
              </a:defRPr>
            </a:lvl2pPr>
            <a:lvl3pPr>
              <a:buClr>
                <a:schemeClr val="bg1"/>
              </a:buClr>
              <a:defRPr sz="1100">
                <a:solidFill>
                  <a:schemeClr val="bg1"/>
                </a:solidFill>
              </a:defRPr>
            </a:lvl3pPr>
            <a:lvl4pPr>
              <a:buClr>
                <a:schemeClr val="bg1"/>
              </a:buClr>
              <a:defRPr sz="1100">
                <a:solidFill>
                  <a:schemeClr val="bg1"/>
                </a:solidFill>
              </a:defRPr>
            </a:lvl4pPr>
            <a:lvl5pPr>
              <a:buClr>
                <a:schemeClr val="bg1"/>
              </a:buClr>
              <a:defRPr sz="1100">
                <a:solidFill>
                  <a:schemeClr val="bg1"/>
                </a:solidFill>
              </a:defRPr>
            </a:lvl5pPr>
          </a:lstStyle>
          <a:p>
            <a:pPr lvl="0"/>
            <a:r>
              <a:rPr lang="ko-KR" altLang="en-US"/>
              <a:t>마스터 텍스트 스타일을 편집합니다</a:t>
            </a:r>
          </a:p>
        </p:txBody>
      </p:sp>
      <p:pic>
        <p:nvPicPr>
          <p:cNvPr id="8" name="그림 7"/>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2214803" y="782799"/>
            <a:ext cx="1553543" cy="343527"/>
          </a:xfrm>
          <a:prstGeom prst="rect">
            <a:avLst/>
          </a:prstGeom>
        </p:spPr>
      </p:pic>
    </p:spTree>
    <p:extLst>
      <p:ext uri="{BB962C8B-B14F-4D97-AF65-F5344CB8AC3E}">
        <p14:creationId xmlns:p14="http://schemas.microsoft.com/office/powerpoint/2010/main" val="183278989"/>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showMasterSp="0" preserve="1" userDrawn="1">
  <p:cSld name="DIVIDER 3">
    <p:bg>
      <p:bgPr>
        <a:solidFill>
          <a:schemeClr val="tx2"/>
        </a:solidFill>
        <a:effectLst/>
      </p:bgPr>
    </p:bg>
    <p:spTree>
      <p:nvGrpSpPr>
        <p:cNvPr id="1" name=""/>
        <p:cNvGrpSpPr/>
        <p:nvPr/>
      </p:nvGrpSpPr>
      <p:grpSpPr>
        <a:xfrm>
          <a:off x="0" y="0"/>
          <a:ext cx="0" cy="0"/>
          <a:chOff x="0" y="0"/>
          <a:chExt cx="0" cy="0"/>
        </a:xfrm>
      </p:grpSpPr>
      <p:sp>
        <p:nvSpPr>
          <p:cNvPr id="2" name="Title 1"/>
          <p:cNvSpPr>
            <a:spLocks noGrp="1"/>
          </p:cNvSpPr>
          <p:nvPr>
            <p:ph type="ctrTitle" hasCustomPrompt="1"/>
          </p:nvPr>
        </p:nvSpPr>
        <p:spPr>
          <a:xfrm>
            <a:off x="2215200" y="1346400"/>
            <a:ext cx="6708000" cy="3510000"/>
          </a:xfrm>
          <a:prstGeom prst="rect">
            <a:avLst/>
          </a:prstGeom>
        </p:spPr>
        <p:txBody>
          <a:bodyPr anchor="t" anchorCtr="0"/>
          <a:lstStyle>
            <a:lvl1pPr algn="l">
              <a:defRPr sz="11000">
                <a:solidFill>
                  <a:schemeClr val="bg1"/>
                </a:solidFill>
              </a:defRPr>
            </a:lvl1pPr>
          </a:lstStyle>
          <a:p>
            <a:r>
              <a:rPr lang="en-GB" dirty="0"/>
              <a:t>Section divider three title style</a:t>
            </a:r>
            <a:endParaRPr lang="en-US" dirty="0"/>
          </a:p>
        </p:txBody>
      </p:sp>
      <p:sp>
        <p:nvSpPr>
          <p:cNvPr id="4" name="object 3"/>
          <p:cNvSpPr/>
          <p:nvPr userDrawn="1"/>
        </p:nvSpPr>
        <p:spPr>
          <a:xfrm>
            <a:off x="2" y="0"/>
            <a:ext cx="1720042" cy="6858000"/>
          </a:xfrm>
          <a:custGeom>
            <a:avLst/>
            <a:gdLst/>
            <a:ahLst/>
            <a:cxnLst/>
            <a:rect l="l" t="t" r="r" b="b"/>
            <a:pathLst>
              <a:path w="1742046" h="7772400">
                <a:moveTo>
                  <a:pt x="0" y="7772400"/>
                </a:moveTo>
                <a:lnTo>
                  <a:pt x="1742046" y="7772400"/>
                </a:lnTo>
                <a:lnTo>
                  <a:pt x="1742046" y="0"/>
                </a:lnTo>
                <a:lnTo>
                  <a:pt x="0" y="0"/>
                </a:lnTo>
                <a:lnTo>
                  <a:pt x="0" y="7772400"/>
                </a:lnTo>
                <a:close/>
              </a:path>
            </a:pathLst>
          </a:custGeom>
          <a:solidFill>
            <a:schemeClr val="accent1"/>
          </a:solidFill>
        </p:spPr>
        <p:txBody>
          <a:bodyPr wrap="square" lIns="0" tIns="0" rIns="0" bIns="0" rtlCol="0">
            <a:noAutofit/>
          </a:bodyPr>
          <a:lstStyle/>
          <a:p>
            <a:pPr latinLnBrk="0"/>
            <a:endParaRPr sz="1800" dirty="0">
              <a:solidFill>
                <a:srgbClr val="000000"/>
              </a:solidFill>
            </a:endParaRPr>
          </a:p>
        </p:txBody>
      </p:sp>
      <p:sp>
        <p:nvSpPr>
          <p:cNvPr id="7" name="Text Placeholder 3"/>
          <p:cNvSpPr>
            <a:spLocks noGrp="1"/>
          </p:cNvSpPr>
          <p:nvPr>
            <p:ph type="body" sz="quarter" idx="11"/>
          </p:nvPr>
        </p:nvSpPr>
        <p:spPr>
          <a:xfrm>
            <a:off x="2236108" y="5036400"/>
            <a:ext cx="6687092" cy="216000"/>
          </a:xfrm>
        </p:spPr>
        <p:txBody>
          <a:bodyPr/>
          <a:lstStyle>
            <a:lvl1pPr>
              <a:defRPr sz="1100">
                <a:solidFill>
                  <a:schemeClr val="bg1"/>
                </a:solidFill>
              </a:defRPr>
            </a:lvl1pPr>
            <a:lvl2pPr>
              <a:defRPr sz="1100">
                <a:solidFill>
                  <a:schemeClr val="bg1"/>
                </a:solidFill>
              </a:defRPr>
            </a:lvl2pPr>
            <a:lvl3pPr>
              <a:buClr>
                <a:schemeClr val="bg1"/>
              </a:buClr>
              <a:defRPr sz="1100">
                <a:solidFill>
                  <a:schemeClr val="bg1"/>
                </a:solidFill>
              </a:defRPr>
            </a:lvl3pPr>
            <a:lvl4pPr>
              <a:buClr>
                <a:schemeClr val="bg1"/>
              </a:buClr>
              <a:defRPr sz="1100">
                <a:solidFill>
                  <a:schemeClr val="bg1"/>
                </a:solidFill>
              </a:defRPr>
            </a:lvl4pPr>
            <a:lvl5pPr>
              <a:buClr>
                <a:schemeClr val="bg1"/>
              </a:buClr>
              <a:defRPr sz="1100">
                <a:solidFill>
                  <a:schemeClr val="bg1"/>
                </a:solidFill>
              </a:defRPr>
            </a:lvl5pPr>
          </a:lstStyle>
          <a:p>
            <a:pPr lvl="0"/>
            <a:r>
              <a:rPr lang="ko-KR" altLang="en-US"/>
              <a:t>마스터 텍스트 스타일을 편집합니다</a:t>
            </a:r>
          </a:p>
        </p:txBody>
      </p:sp>
      <p:pic>
        <p:nvPicPr>
          <p:cNvPr id="8" name="그림 7"/>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2214803" y="782799"/>
            <a:ext cx="1553543" cy="343527"/>
          </a:xfrm>
          <a:prstGeom prst="rect">
            <a:avLst/>
          </a:prstGeom>
        </p:spPr>
      </p:pic>
    </p:spTree>
    <p:extLst>
      <p:ext uri="{BB962C8B-B14F-4D97-AF65-F5344CB8AC3E}">
        <p14:creationId xmlns:p14="http://schemas.microsoft.com/office/powerpoint/2010/main" val="2936759041"/>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showMasterSp="0" preserve="1" userDrawn="1">
  <p:cSld name="DIVIDER 4">
    <p:bg>
      <p:bgPr>
        <a:solidFill>
          <a:srgbClr val="00A3A1"/>
        </a:solidFill>
        <a:effectLst/>
      </p:bgPr>
    </p:bg>
    <p:spTree>
      <p:nvGrpSpPr>
        <p:cNvPr id="1" name=""/>
        <p:cNvGrpSpPr/>
        <p:nvPr/>
      </p:nvGrpSpPr>
      <p:grpSpPr>
        <a:xfrm>
          <a:off x="0" y="0"/>
          <a:ext cx="0" cy="0"/>
          <a:chOff x="0" y="0"/>
          <a:chExt cx="0" cy="0"/>
        </a:xfrm>
      </p:grpSpPr>
      <p:sp>
        <p:nvSpPr>
          <p:cNvPr id="2" name="Title 1"/>
          <p:cNvSpPr>
            <a:spLocks noGrp="1"/>
          </p:cNvSpPr>
          <p:nvPr>
            <p:ph type="ctrTitle" hasCustomPrompt="1"/>
          </p:nvPr>
        </p:nvSpPr>
        <p:spPr>
          <a:xfrm>
            <a:off x="2215200" y="1346400"/>
            <a:ext cx="6708000" cy="3510000"/>
          </a:xfrm>
          <a:prstGeom prst="rect">
            <a:avLst/>
          </a:prstGeom>
        </p:spPr>
        <p:txBody>
          <a:bodyPr anchor="t" anchorCtr="0"/>
          <a:lstStyle>
            <a:lvl1pPr algn="l">
              <a:defRPr sz="11000">
                <a:solidFill>
                  <a:schemeClr val="bg1"/>
                </a:solidFill>
              </a:defRPr>
            </a:lvl1pPr>
          </a:lstStyle>
          <a:p>
            <a:r>
              <a:rPr lang="en-GB" dirty="0"/>
              <a:t>Section divider four title style</a:t>
            </a:r>
            <a:endParaRPr lang="en-US" dirty="0"/>
          </a:p>
        </p:txBody>
      </p:sp>
      <p:sp>
        <p:nvSpPr>
          <p:cNvPr id="4" name="object 3"/>
          <p:cNvSpPr/>
          <p:nvPr userDrawn="1"/>
        </p:nvSpPr>
        <p:spPr>
          <a:xfrm>
            <a:off x="2" y="0"/>
            <a:ext cx="1720042" cy="6858000"/>
          </a:xfrm>
          <a:custGeom>
            <a:avLst/>
            <a:gdLst/>
            <a:ahLst/>
            <a:cxnLst/>
            <a:rect l="l" t="t" r="r" b="b"/>
            <a:pathLst>
              <a:path w="1742046" h="7772400">
                <a:moveTo>
                  <a:pt x="0" y="7772400"/>
                </a:moveTo>
                <a:lnTo>
                  <a:pt x="1742046" y="7772400"/>
                </a:lnTo>
                <a:lnTo>
                  <a:pt x="1742046" y="0"/>
                </a:lnTo>
                <a:lnTo>
                  <a:pt x="0" y="0"/>
                </a:lnTo>
                <a:lnTo>
                  <a:pt x="0" y="7772400"/>
                </a:lnTo>
                <a:close/>
              </a:path>
            </a:pathLst>
          </a:custGeom>
          <a:solidFill>
            <a:srgbClr val="470A68"/>
          </a:solidFill>
        </p:spPr>
        <p:txBody>
          <a:bodyPr wrap="square" lIns="0" tIns="0" rIns="0" bIns="0" rtlCol="0">
            <a:noAutofit/>
          </a:bodyPr>
          <a:lstStyle/>
          <a:p>
            <a:pPr latinLnBrk="0"/>
            <a:endParaRPr sz="1800" dirty="0">
              <a:solidFill>
                <a:srgbClr val="000000"/>
              </a:solidFill>
            </a:endParaRPr>
          </a:p>
        </p:txBody>
      </p:sp>
      <p:sp>
        <p:nvSpPr>
          <p:cNvPr id="7" name="Text Placeholder 3"/>
          <p:cNvSpPr>
            <a:spLocks noGrp="1"/>
          </p:cNvSpPr>
          <p:nvPr>
            <p:ph type="body" sz="quarter" idx="11"/>
          </p:nvPr>
        </p:nvSpPr>
        <p:spPr>
          <a:xfrm>
            <a:off x="2236108" y="5036400"/>
            <a:ext cx="6687092" cy="216000"/>
          </a:xfrm>
        </p:spPr>
        <p:txBody>
          <a:bodyPr/>
          <a:lstStyle>
            <a:lvl1pPr>
              <a:defRPr sz="1100">
                <a:solidFill>
                  <a:schemeClr val="bg1"/>
                </a:solidFill>
              </a:defRPr>
            </a:lvl1pPr>
            <a:lvl2pPr>
              <a:defRPr sz="1100">
                <a:solidFill>
                  <a:schemeClr val="bg1"/>
                </a:solidFill>
              </a:defRPr>
            </a:lvl2pPr>
            <a:lvl3pPr>
              <a:buClr>
                <a:schemeClr val="bg1"/>
              </a:buClr>
              <a:defRPr sz="1100">
                <a:solidFill>
                  <a:schemeClr val="bg1"/>
                </a:solidFill>
              </a:defRPr>
            </a:lvl3pPr>
            <a:lvl4pPr>
              <a:buClr>
                <a:schemeClr val="bg1"/>
              </a:buClr>
              <a:defRPr sz="1100">
                <a:solidFill>
                  <a:schemeClr val="bg1"/>
                </a:solidFill>
              </a:defRPr>
            </a:lvl4pPr>
            <a:lvl5pPr>
              <a:buClr>
                <a:schemeClr val="bg1"/>
              </a:buClr>
              <a:defRPr sz="1100">
                <a:solidFill>
                  <a:schemeClr val="bg1"/>
                </a:solidFill>
              </a:defRPr>
            </a:lvl5pPr>
          </a:lstStyle>
          <a:p>
            <a:pPr lvl="0"/>
            <a:r>
              <a:rPr lang="ko-KR" altLang="en-US"/>
              <a:t>마스터 텍스트 스타일을 편집합니다</a:t>
            </a:r>
          </a:p>
        </p:txBody>
      </p:sp>
      <p:pic>
        <p:nvPicPr>
          <p:cNvPr id="8" name="그림 7"/>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2214803" y="782799"/>
            <a:ext cx="1553543" cy="343527"/>
          </a:xfrm>
          <a:prstGeom prst="rect">
            <a:avLst/>
          </a:prstGeom>
        </p:spPr>
      </p:pic>
    </p:spTree>
    <p:extLst>
      <p:ext uri="{BB962C8B-B14F-4D97-AF65-F5344CB8AC3E}">
        <p14:creationId xmlns:p14="http://schemas.microsoft.com/office/powerpoint/2010/main" val="1938454784"/>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titleOnly" preserve="1">
  <p:cSld name="COLOR PALETTE">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815100" y="432000"/>
            <a:ext cx="8275800" cy="518400"/>
          </a:xfrm>
          <a:prstGeom prst="rect">
            <a:avLst/>
          </a:prstGeom>
        </p:spPr>
        <p:txBody>
          <a:bodyPr/>
          <a:lstStyle>
            <a:lvl1pPr>
              <a:defRPr/>
            </a:lvl1pPr>
          </a:lstStyle>
          <a:p>
            <a:r>
              <a:rPr lang="en-US" dirty="0"/>
              <a:t>Colors</a:t>
            </a:r>
          </a:p>
        </p:txBody>
      </p:sp>
      <p:grpSp>
        <p:nvGrpSpPr>
          <p:cNvPr id="52" name="Group 51"/>
          <p:cNvGrpSpPr/>
          <p:nvPr userDrawn="1"/>
        </p:nvGrpSpPr>
        <p:grpSpPr>
          <a:xfrm>
            <a:off x="815100" y="1430719"/>
            <a:ext cx="8275800" cy="4323905"/>
            <a:chOff x="752400" y="1211263"/>
            <a:chExt cx="7647063" cy="4594225"/>
          </a:xfrm>
        </p:grpSpPr>
        <p:sp>
          <p:nvSpPr>
            <p:cNvPr id="53" name="TextBox 52"/>
            <p:cNvSpPr txBox="1"/>
            <p:nvPr userDrawn="1"/>
          </p:nvSpPr>
          <p:spPr>
            <a:xfrm>
              <a:off x="752400" y="1211263"/>
              <a:ext cx="828675" cy="504825"/>
            </a:xfrm>
            <a:prstGeom prst="rect">
              <a:avLst/>
            </a:prstGeom>
            <a:noFill/>
          </p:spPr>
          <p:txBody>
            <a:bodyPr wrap="square" lIns="0" tIns="0" rIns="54007" bIns="0" rtlCol="0">
              <a:noAutofit/>
            </a:bodyPr>
            <a:lstStyle/>
            <a:p>
              <a:pPr latinLnBrk="0"/>
              <a:r>
                <a:rPr lang="en-GB" sz="1000" b="1" dirty="0">
                  <a:solidFill>
                    <a:srgbClr val="00338D"/>
                  </a:solidFill>
                </a:rPr>
                <a:t>Primary</a:t>
              </a:r>
            </a:p>
          </p:txBody>
        </p:sp>
        <p:sp>
          <p:nvSpPr>
            <p:cNvPr id="54" name="TextBox 53"/>
            <p:cNvSpPr txBox="1"/>
            <p:nvPr userDrawn="1"/>
          </p:nvSpPr>
          <p:spPr>
            <a:xfrm>
              <a:off x="752400" y="2257893"/>
              <a:ext cx="898425" cy="504825"/>
            </a:xfrm>
            <a:prstGeom prst="rect">
              <a:avLst/>
            </a:prstGeom>
            <a:noFill/>
          </p:spPr>
          <p:txBody>
            <a:bodyPr wrap="square" lIns="0" tIns="0" rIns="54007" bIns="0" rtlCol="0">
              <a:noAutofit/>
            </a:bodyPr>
            <a:lstStyle/>
            <a:p>
              <a:pPr latinLnBrk="0"/>
              <a:r>
                <a:rPr lang="en-GB" sz="1000" b="1" dirty="0">
                  <a:solidFill>
                    <a:srgbClr val="00338D"/>
                  </a:solidFill>
                </a:rPr>
                <a:t>Secondary</a:t>
              </a:r>
            </a:p>
          </p:txBody>
        </p:sp>
        <p:sp>
          <p:nvSpPr>
            <p:cNvPr id="55" name="TextBox 54"/>
            <p:cNvSpPr txBox="1"/>
            <p:nvPr userDrawn="1"/>
          </p:nvSpPr>
          <p:spPr>
            <a:xfrm>
              <a:off x="752400" y="3304523"/>
              <a:ext cx="898425" cy="504825"/>
            </a:xfrm>
            <a:prstGeom prst="rect">
              <a:avLst/>
            </a:prstGeom>
            <a:noFill/>
          </p:spPr>
          <p:txBody>
            <a:bodyPr wrap="square" lIns="0" tIns="0" rIns="54007" bIns="0" rtlCol="0">
              <a:noAutofit/>
            </a:bodyPr>
            <a:lstStyle/>
            <a:p>
              <a:pPr latinLnBrk="0"/>
              <a:r>
                <a:rPr lang="en-GB" sz="1000" b="1" dirty="0">
                  <a:solidFill>
                    <a:srgbClr val="00338D"/>
                  </a:solidFill>
                </a:rPr>
                <a:t>Tertiary</a:t>
              </a:r>
            </a:p>
          </p:txBody>
        </p:sp>
        <p:sp>
          <p:nvSpPr>
            <p:cNvPr id="56" name="Rectangle 55"/>
            <p:cNvSpPr/>
            <p:nvPr userDrawn="1"/>
          </p:nvSpPr>
          <p:spPr>
            <a:xfrm>
              <a:off x="1566545" y="1211263"/>
              <a:ext cx="900000" cy="720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4000" tIns="54000" rIns="54000" bIns="54000" numCol="1" spcCol="0" rtlCol="0" fromWordArt="0" anchor="ctr" anchorCtr="0" forceAA="0" compatLnSpc="1">
              <a:prstTxWarp prst="textNoShape">
                <a:avLst/>
              </a:prstTxWarp>
              <a:noAutofit/>
            </a:bodyPr>
            <a:lstStyle/>
            <a:p>
              <a:pPr algn="ctr" latinLnBrk="0"/>
              <a:r>
                <a:rPr lang="en-GB" sz="900">
                  <a:solidFill>
                    <a:prstClr val="white"/>
                  </a:solidFill>
                </a:rPr>
                <a:t>KPMG Blue</a:t>
              </a:r>
            </a:p>
            <a:p>
              <a:pPr algn="ctr" latinLnBrk="0"/>
              <a:r>
                <a:rPr lang="en-GB" sz="900">
                  <a:solidFill>
                    <a:prstClr val="white"/>
                  </a:solidFill>
                </a:rPr>
                <a:t>0 / 51 / 141</a:t>
              </a:r>
              <a:endParaRPr lang="en-GB" sz="900" dirty="0">
                <a:solidFill>
                  <a:prstClr val="white"/>
                </a:solidFill>
              </a:endParaRPr>
            </a:p>
          </p:txBody>
        </p:sp>
        <p:sp>
          <p:nvSpPr>
            <p:cNvPr id="57" name="Rectangle 56"/>
            <p:cNvSpPr/>
            <p:nvPr userDrawn="1"/>
          </p:nvSpPr>
          <p:spPr>
            <a:xfrm>
              <a:off x="2555365" y="1211263"/>
              <a:ext cx="900000" cy="720000"/>
            </a:xfrm>
            <a:prstGeom prst="rect">
              <a:avLst/>
            </a:prstGeom>
            <a:solidFill>
              <a:srgbClr val="005EB8"/>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4000" tIns="54000" rIns="54000" bIns="54000" numCol="1" spcCol="0" rtlCol="0" fromWordArt="0" anchor="ctr" anchorCtr="0" forceAA="0" compatLnSpc="1">
              <a:prstTxWarp prst="textNoShape">
                <a:avLst/>
              </a:prstTxWarp>
              <a:noAutofit/>
            </a:bodyPr>
            <a:lstStyle/>
            <a:p>
              <a:pPr algn="ctr" latinLnBrk="0"/>
              <a:r>
                <a:rPr lang="en-GB" sz="900" dirty="0">
                  <a:solidFill>
                    <a:prstClr val="white"/>
                  </a:solidFill>
                </a:rPr>
                <a:t>Medium Blue</a:t>
              </a:r>
            </a:p>
            <a:p>
              <a:pPr algn="ctr" latinLnBrk="0"/>
              <a:r>
                <a:rPr lang="en-GB" sz="900" dirty="0">
                  <a:solidFill>
                    <a:prstClr val="white"/>
                  </a:solidFill>
                </a:rPr>
                <a:t>0 / 94 / 184</a:t>
              </a:r>
            </a:p>
          </p:txBody>
        </p:sp>
        <p:sp>
          <p:nvSpPr>
            <p:cNvPr id="58" name="Rectangle 57"/>
            <p:cNvSpPr/>
            <p:nvPr userDrawn="1"/>
          </p:nvSpPr>
          <p:spPr>
            <a:xfrm>
              <a:off x="3544185" y="1211263"/>
              <a:ext cx="900000" cy="720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4000" tIns="54000" rIns="54000" bIns="54000" numCol="1" spcCol="0" rtlCol="0" fromWordArt="0" anchor="ctr" anchorCtr="0" forceAA="0" compatLnSpc="1">
              <a:prstTxWarp prst="textNoShape">
                <a:avLst/>
              </a:prstTxWarp>
              <a:noAutofit/>
            </a:bodyPr>
            <a:lstStyle/>
            <a:p>
              <a:pPr algn="ctr" latinLnBrk="0"/>
              <a:r>
                <a:rPr lang="en-GB" sz="900" dirty="0">
                  <a:solidFill>
                    <a:prstClr val="white"/>
                  </a:solidFill>
                </a:rPr>
                <a:t>Light Blue</a:t>
              </a:r>
            </a:p>
            <a:p>
              <a:pPr algn="ctr" latinLnBrk="0"/>
              <a:r>
                <a:rPr lang="en-GB" sz="900" dirty="0">
                  <a:solidFill>
                    <a:prstClr val="white"/>
                  </a:solidFill>
                </a:rPr>
                <a:t>0 / 145 / 218</a:t>
              </a:r>
            </a:p>
          </p:txBody>
        </p:sp>
        <p:sp>
          <p:nvSpPr>
            <p:cNvPr id="59" name="Rectangle 58"/>
            <p:cNvSpPr/>
            <p:nvPr userDrawn="1"/>
          </p:nvSpPr>
          <p:spPr>
            <a:xfrm>
              <a:off x="1566545" y="2257893"/>
              <a:ext cx="900000" cy="720000"/>
            </a:xfrm>
            <a:prstGeom prst="rect">
              <a:avLst/>
            </a:prstGeom>
            <a:solidFill>
              <a:srgbClr val="483698"/>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4000" tIns="54000" rIns="54000" bIns="54000" numCol="1" spcCol="0" rtlCol="0" fromWordArt="0" anchor="ctr" anchorCtr="0" forceAA="0" compatLnSpc="1">
              <a:prstTxWarp prst="textNoShape">
                <a:avLst/>
              </a:prstTxWarp>
              <a:noAutofit/>
            </a:bodyPr>
            <a:lstStyle/>
            <a:p>
              <a:pPr algn="ctr" latinLnBrk="0"/>
              <a:r>
                <a:rPr lang="en-GB" sz="900">
                  <a:solidFill>
                    <a:prstClr val="white"/>
                  </a:solidFill>
                </a:rPr>
                <a:t>Violet</a:t>
              </a:r>
            </a:p>
            <a:p>
              <a:pPr algn="ctr" latinLnBrk="0"/>
              <a:r>
                <a:rPr lang="en-GB" sz="900">
                  <a:solidFill>
                    <a:prstClr val="white"/>
                  </a:solidFill>
                </a:rPr>
                <a:t>72 / 54 / 152</a:t>
              </a:r>
              <a:endParaRPr lang="en-GB" sz="900" dirty="0">
                <a:solidFill>
                  <a:prstClr val="white"/>
                </a:solidFill>
              </a:endParaRPr>
            </a:p>
          </p:txBody>
        </p:sp>
        <p:sp>
          <p:nvSpPr>
            <p:cNvPr id="60" name="Rectangle 59"/>
            <p:cNvSpPr/>
            <p:nvPr userDrawn="1"/>
          </p:nvSpPr>
          <p:spPr>
            <a:xfrm>
              <a:off x="2555365" y="2257893"/>
              <a:ext cx="900000" cy="720000"/>
            </a:xfrm>
            <a:prstGeom prst="rect">
              <a:avLst/>
            </a:prstGeom>
            <a:solidFill>
              <a:srgbClr val="470A68"/>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4000" tIns="54000" rIns="54000" bIns="54000" numCol="1" spcCol="0" rtlCol="0" fromWordArt="0" anchor="ctr" anchorCtr="0" forceAA="0" compatLnSpc="1">
              <a:prstTxWarp prst="textNoShape">
                <a:avLst/>
              </a:prstTxWarp>
              <a:noAutofit/>
            </a:bodyPr>
            <a:lstStyle/>
            <a:p>
              <a:pPr algn="ctr" latinLnBrk="0"/>
              <a:r>
                <a:rPr lang="en-GB" sz="900" dirty="0">
                  <a:solidFill>
                    <a:prstClr val="white"/>
                  </a:solidFill>
                </a:rPr>
                <a:t>Purple</a:t>
              </a:r>
            </a:p>
            <a:p>
              <a:pPr algn="ctr" latinLnBrk="0"/>
              <a:r>
                <a:rPr lang="en-GB" sz="900" dirty="0">
                  <a:solidFill>
                    <a:prstClr val="white"/>
                  </a:solidFill>
                </a:rPr>
                <a:t>71 / 10 / 104</a:t>
              </a:r>
            </a:p>
          </p:txBody>
        </p:sp>
        <p:sp>
          <p:nvSpPr>
            <p:cNvPr id="61" name="Rectangle 60"/>
            <p:cNvSpPr/>
            <p:nvPr userDrawn="1"/>
          </p:nvSpPr>
          <p:spPr>
            <a:xfrm>
              <a:off x="3544185" y="2257893"/>
              <a:ext cx="900000" cy="720000"/>
            </a:xfrm>
            <a:prstGeom prst="rect">
              <a:avLst/>
            </a:prstGeom>
            <a:solidFill>
              <a:srgbClr val="6D2077"/>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4000" tIns="54000" rIns="54000" bIns="54000" numCol="1" spcCol="0" rtlCol="0" fromWordArt="0" anchor="ctr" anchorCtr="0" forceAA="0" compatLnSpc="1">
              <a:prstTxWarp prst="textNoShape">
                <a:avLst/>
              </a:prstTxWarp>
              <a:noAutofit/>
            </a:bodyPr>
            <a:lstStyle/>
            <a:p>
              <a:pPr algn="ctr" latinLnBrk="0"/>
              <a:r>
                <a:rPr lang="en-GB" sz="900">
                  <a:solidFill>
                    <a:prstClr val="white"/>
                  </a:solidFill>
                </a:rPr>
                <a:t>Light Purple</a:t>
              </a:r>
            </a:p>
            <a:p>
              <a:pPr algn="ctr" latinLnBrk="0"/>
              <a:r>
                <a:rPr lang="en-GB" sz="900">
                  <a:solidFill>
                    <a:prstClr val="white"/>
                  </a:solidFill>
                </a:rPr>
                <a:t>109 / 32 / 119</a:t>
              </a:r>
              <a:endParaRPr lang="en-GB" sz="900" dirty="0">
                <a:solidFill>
                  <a:prstClr val="white"/>
                </a:solidFill>
              </a:endParaRPr>
            </a:p>
          </p:txBody>
        </p:sp>
        <p:sp>
          <p:nvSpPr>
            <p:cNvPr id="62" name="Rectangle 61"/>
            <p:cNvSpPr/>
            <p:nvPr userDrawn="1"/>
          </p:nvSpPr>
          <p:spPr>
            <a:xfrm>
              <a:off x="4533005" y="2257893"/>
              <a:ext cx="900000" cy="720000"/>
            </a:xfrm>
            <a:prstGeom prst="rect">
              <a:avLst/>
            </a:prstGeom>
            <a:solidFill>
              <a:srgbClr val="00A3A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4000" tIns="54000" rIns="54000" bIns="54000" numCol="1" spcCol="0" rtlCol="0" fromWordArt="0" anchor="ctr" anchorCtr="0" forceAA="0" compatLnSpc="1">
              <a:prstTxWarp prst="textNoShape">
                <a:avLst/>
              </a:prstTxWarp>
              <a:noAutofit/>
            </a:bodyPr>
            <a:lstStyle/>
            <a:p>
              <a:pPr algn="ctr" latinLnBrk="0"/>
              <a:r>
                <a:rPr lang="en-GB" sz="900">
                  <a:solidFill>
                    <a:prstClr val="white"/>
                  </a:solidFill>
                </a:rPr>
                <a:t>Green</a:t>
              </a:r>
            </a:p>
            <a:p>
              <a:pPr algn="ctr" latinLnBrk="0"/>
              <a:r>
                <a:rPr lang="en-GB" sz="900">
                  <a:solidFill>
                    <a:prstClr val="white"/>
                  </a:solidFill>
                </a:rPr>
                <a:t>0 / 163 / 161</a:t>
              </a:r>
              <a:endParaRPr lang="en-GB" sz="900" dirty="0">
                <a:solidFill>
                  <a:prstClr val="white"/>
                </a:solidFill>
              </a:endParaRPr>
            </a:p>
          </p:txBody>
        </p:sp>
        <p:sp>
          <p:nvSpPr>
            <p:cNvPr id="63" name="Rectangle 62"/>
            <p:cNvSpPr/>
            <p:nvPr userDrawn="1"/>
          </p:nvSpPr>
          <p:spPr>
            <a:xfrm>
              <a:off x="1566545" y="3304523"/>
              <a:ext cx="900000" cy="720000"/>
            </a:xfrm>
            <a:prstGeom prst="rect">
              <a:avLst/>
            </a:prstGeom>
            <a:solidFill>
              <a:srgbClr val="009A44"/>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4000" tIns="54000" rIns="54000" bIns="54000" numCol="1" spcCol="0" rtlCol="0" fromWordArt="0" anchor="ctr" anchorCtr="0" forceAA="0" compatLnSpc="1">
              <a:prstTxWarp prst="textNoShape">
                <a:avLst/>
              </a:prstTxWarp>
              <a:noAutofit/>
            </a:bodyPr>
            <a:lstStyle/>
            <a:p>
              <a:pPr algn="ctr" latinLnBrk="0"/>
              <a:r>
                <a:rPr lang="en-GB" sz="900" dirty="0">
                  <a:solidFill>
                    <a:prstClr val="white"/>
                  </a:solidFill>
                </a:rPr>
                <a:t>Dark Green</a:t>
              </a:r>
            </a:p>
            <a:p>
              <a:pPr algn="ctr" latinLnBrk="0"/>
              <a:r>
                <a:rPr lang="en-GB" sz="900" dirty="0">
                  <a:solidFill>
                    <a:prstClr val="white"/>
                  </a:solidFill>
                </a:rPr>
                <a:t>0 / 154 / 68</a:t>
              </a:r>
            </a:p>
          </p:txBody>
        </p:sp>
        <p:sp>
          <p:nvSpPr>
            <p:cNvPr id="64" name="Rectangle 63"/>
            <p:cNvSpPr/>
            <p:nvPr userDrawn="1"/>
          </p:nvSpPr>
          <p:spPr>
            <a:xfrm>
              <a:off x="2555365" y="3304523"/>
              <a:ext cx="900000" cy="720000"/>
            </a:xfrm>
            <a:prstGeom prst="rect">
              <a:avLst/>
            </a:prstGeom>
            <a:solidFill>
              <a:srgbClr val="43B02A"/>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4000" tIns="54000" rIns="54000" bIns="54000" numCol="1" spcCol="0" rtlCol="0" fromWordArt="0" anchor="ctr" anchorCtr="0" forceAA="0" compatLnSpc="1">
              <a:prstTxWarp prst="textNoShape">
                <a:avLst/>
              </a:prstTxWarp>
              <a:noAutofit/>
            </a:bodyPr>
            <a:lstStyle/>
            <a:p>
              <a:pPr algn="ctr" latinLnBrk="0"/>
              <a:r>
                <a:rPr lang="en-GB" sz="900">
                  <a:solidFill>
                    <a:prstClr val="white"/>
                  </a:solidFill>
                </a:rPr>
                <a:t>Light Green</a:t>
              </a:r>
            </a:p>
            <a:p>
              <a:pPr algn="ctr" latinLnBrk="0"/>
              <a:r>
                <a:rPr lang="en-GB" sz="900">
                  <a:solidFill>
                    <a:prstClr val="white"/>
                  </a:solidFill>
                </a:rPr>
                <a:t>67 / 176 / 42</a:t>
              </a:r>
              <a:endParaRPr lang="en-GB" sz="900" dirty="0">
                <a:solidFill>
                  <a:prstClr val="white"/>
                </a:solidFill>
              </a:endParaRPr>
            </a:p>
          </p:txBody>
        </p:sp>
        <p:sp>
          <p:nvSpPr>
            <p:cNvPr id="65" name="Rectangle 64"/>
            <p:cNvSpPr/>
            <p:nvPr userDrawn="1"/>
          </p:nvSpPr>
          <p:spPr>
            <a:xfrm>
              <a:off x="3544185" y="3304523"/>
              <a:ext cx="900000" cy="720000"/>
            </a:xfrm>
            <a:prstGeom prst="rect">
              <a:avLst/>
            </a:prstGeom>
            <a:solidFill>
              <a:srgbClr val="EAAA00"/>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4000" tIns="54000" rIns="54000" bIns="54000" numCol="1" spcCol="0" rtlCol="0" fromWordArt="0" anchor="ctr" anchorCtr="0" forceAA="0" compatLnSpc="1">
              <a:prstTxWarp prst="textNoShape">
                <a:avLst/>
              </a:prstTxWarp>
              <a:noAutofit/>
            </a:bodyPr>
            <a:lstStyle/>
            <a:p>
              <a:pPr algn="ctr" latinLnBrk="0"/>
              <a:r>
                <a:rPr lang="en-GB" sz="900">
                  <a:solidFill>
                    <a:prstClr val="white"/>
                  </a:solidFill>
                </a:rPr>
                <a:t>Yellow</a:t>
              </a:r>
            </a:p>
            <a:p>
              <a:pPr algn="ctr" latinLnBrk="0"/>
              <a:r>
                <a:rPr lang="en-GB" sz="900">
                  <a:solidFill>
                    <a:prstClr val="white"/>
                  </a:solidFill>
                </a:rPr>
                <a:t>234 / 170 / 0</a:t>
              </a:r>
              <a:endParaRPr lang="en-GB" sz="900" dirty="0">
                <a:solidFill>
                  <a:prstClr val="white"/>
                </a:solidFill>
              </a:endParaRPr>
            </a:p>
          </p:txBody>
        </p:sp>
        <p:sp>
          <p:nvSpPr>
            <p:cNvPr id="66" name="Rectangle 65"/>
            <p:cNvSpPr/>
            <p:nvPr userDrawn="1"/>
          </p:nvSpPr>
          <p:spPr>
            <a:xfrm>
              <a:off x="4533005" y="3304523"/>
              <a:ext cx="900000" cy="720000"/>
            </a:xfrm>
            <a:prstGeom prst="rect">
              <a:avLst/>
            </a:prstGeom>
            <a:solidFill>
              <a:srgbClr val="F68D2E"/>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4000" tIns="54000" rIns="54000" bIns="54000" numCol="1" spcCol="0" rtlCol="0" fromWordArt="0" anchor="ctr" anchorCtr="0" forceAA="0" compatLnSpc="1">
              <a:prstTxWarp prst="textNoShape">
                <a:avLst/>
              </a:prstTxWarp>
              <a:noAutofit/>
            </a:bodyPr>
            <a:lstStyle/>
            <a:p>
              <a:pPr algn="ctr" latinLnBrk="0"/>
              <a:r>
                <a:rPr lang="en-GB" sz="900" dirty="0">
                  <a:solidFill>
                    <a:prstClr val="white"/>
                  </a:solidFill>
                </a:rPr>
                <a:t>Orange</a:t>
              </a:r>
            </a:p>
            <a:p>
              <a:pPr algn="ctr" latinLnBrk="0"/>
              <a:r>
                <a:rPr lang="en-GB" sz="900" dirty="0">
                  <a:solidFill>
                    <a:prstClr val="white"/>
                  </a:solidFill>
                </a:rPr>
                <a:t>246 / 141 / 46</a:t>
              </a:r>
            </a:p>
          </p:txBody>
        </p:sp>
        <p:sp>
          <p:nvSpPr>
            <p:cNvPr id="67" name="Rectangle 66"/>
            <p:cNvSpPr/>
            <p:nvPr userDrawn="1"/>
          </p:nvSpPr>
          <p:spPr>
            <a:xfrm>
              <a:off x="5521825" y="3304523"/>
              <a:ext cx="900000" cy="720000"/>
            </a:xfrm>
            <a:prstGeom prst="rect">
              <a:avLst/>
            </a:prstGeom>
            <a:solidFill>
              <a:srgbClr val="BC204B"/>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4000" tIns="54000" rIns="54000" bIns="54000" numCol="1" spcCol="0" rtlCol="0" fromWordArt="0" anchor="ctr" anchorCtr="0" forceAA="0" compatLnSpc="1">
              <a:prstTxWarp prst="textNoShape">
                <a:avLst/>
              </a:prstTxWarp>
              <a:noAutofit/>
            </a:bodyPr>
            <a:lstStyle/>
            <a:p>
              <a:pPr algn="ctr" latinLnBrk="0"/>
              <a:r>
                <a:rPr lang="en-GB" sz="900">
                  <a:solidFill>
                    <a:prstClr val="white"/>
                  </a:solidFill>
                </a:rPr>
                <a:t>Red</a:t>
              </a:r>
            </a:p>
            <a:p>
              <a:pPr algn="ctr" latinLnBrk="0"/>
              <a:r>
                <a:rPr lang="en-GB" sz="900">
                  <a:solidFill>
                    <a:prstClr val="white"/>
                  </a:solidFill>
                </a:rPr>
                <a:t>188 / 32 / 75</a:t>
              </a:r>
              <a:endParaRPr lang="en-GB" sz="900" dirty="0">
                <a:solidFill>
                  <a:prstClr val="white"/>
                </a:solidFill>
              </a:endParaRPr>
            </a:p>
          </p:txBody>
        </p:sp>
        <p:sp>
          <p:nvSpPr>
            <p:cNvPr id="68" name="Rectangle 67"/>
            <p:cNvSpPr/>
            <p:nvPr userDrawn="1"/>
          </p:nvSpPr>
          <p:spPr>
            <a:xfrm>
              <a:off x="6510645" y="3304523"/>
              <a:ext cx="900000" cy="720000"/>
            </a:xfrm>
            <a:prstGeom prst="rect">
              <a:avLst/>
            </a:prstGeom>
            <a:solidFill>
              <a:srgbClr val="C6007E"/>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4000" tIns="54000" rIns="54000" bIns="54000" numCol="1" spcCol="0" rtlCol="0" fromWordArt="0" anchor="ctr" anchorCtr="0" forceAA="0" compatLnSpc="1">
              <a:prstTxWarp prst="textNoShape">
                <a:avLst/>
              </a:prstTxWarp>
              <a:noAutofit/>
            </a:bodyPr>
            <a:lstStyle/>
            <a:p>
              <a:pPr algn="ctr" latinLnBrk="0"/>
              <a:r>
                <a:rPr lang="en-GB" sz="900" dirty="0">
                  <a:solidFill>
                    <a:prstClr val="white"/>
                  </a:solidFill>
                </a:rPr>
                <a:t>Pink</a:t>
              </a:r>
            </a:p>
            <a:p>
              <a:pPr algn="ctr" latinLnBrk="0"/>
              <a:r>
                <a:rPr lang="en-GB" sz="900" dirty="0">
                  <a:solidFill>
                    <a:prstClr val="white"/>
                  </a:solidFill>
                </a:rPr>
                <a:t>198 / 0 / 126</a:t>
              </a:r>
            </a:p>
          </p:txBody>
        </p:sp>
        <p:sp>
          <p:nvSpPr>
            <p:cNvPr id="69" name="Rectangle 68"/>
            <p:cNvSpPr/>
            <p:nvPr userDrawn="1"/>
          </p:nvSpPr>
          <p:spPr>
            <a:xfrm>
              <a:off x="1566545" y="4285386"/>
              <a:ext cx="900000" cy="720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4000" tIns="54000" rIns="54000" bIns="54000" numCol="1" spcCol="0" rtlCol="0" fromWordArt="0" anchor="ctr" anchorCtr="0" forceAA="0" compatLnSpc="1">
              <a:prstTxWarp prst="textNoShape">
                <a:avLst/>
              </a:prstTxWarp>
              <a:noAutofit/>
            </a:bodyPr>
            <a:lstStyle/>
            <a:p>
              <a:pPr algn="ctr" latinLnBrk="0"/>
              <a:r>
                <a:rPr lang="en-GB" sz="900">
                  <a:solidFill>
                    <a:prstClr val="white"/>
                  </a:solidFill>
                </a:rPr>
                <a:t>KPMG Blue</a:t>
              </a:r>
            </a:p>
            <a:p>
              <a:pPr algn="ctr" latinLnBrk="0"/>
              <a:r>
                <a:rPr lang="en-GB" sz="900">
                  <a:solidFill>
                    <a:prstClr val="white"/>
                  </a:solidFill>
                </a:rPr>
                <a:t>0 / 51 / 141</a:t>
              </a:r>
              <a:endParaRPr lang="en-GB" sz="900" dirty="0">
                <a:solidFill>
                  <a:prstClr val="white"/>
                </a:solidFill>
              </a:endParaRPr>
            </a:p>
          </p:txBody>
        </p:sp>
        <p:sp>
          <p:nvSpPr>
            <p:cNvPr id="70" name="Rectangle 69"/>
            <p:cNvSpPr/>
            <p:nvPr userDrawn="1"/>
          </p:nvSpPr>
          <p:spPr>
            <a:xfrm>
              <a:off x="4533005" y="4285386"/>
              <a:ext cx="900000" cy="720000"/>
            </a:xfrm>
            <a:prstGeom prst="rect">
              <a:avLst/>
            </a:prstGeom>
            <a:solidFill>
              <a:srgbClr val="005EB8"/>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4000" tIns="54000" rIns="54000" bIns="54000" numCol="1" spcCol="0" rtlCol="0" fromWordArt="0" anchor="ctr" anchorCtr="0" forceAA="0" compatLnSpc="1">
              <a:prstTxWarp prst="textNoShape">
                <a:avLst/>
              </a:prstTxWarp>
              <a:noAutofit/>
            </a:bodyPr>
            <a:lstStyle/>
            <a:p>
              <a:pPr algn="ctr" latinLnBrk="0"/>
              <a:r>
                <a:rPr lang="en-GB" sz="900" dirty="0">
                  <a:solidFill>
                    <a:prstClr val="white"/>
                  </a:solidFill>
                </a:rPr>
                <a:t>Medium Blue</a:t>
              </a:r>
            </a:p>
            <a:p>
              <a:pPr algn="ctr" latinLnBrk="0"/>
              <a:r>
                <a:rPr lang="en-GB" sz="900" dirty="0">
                  <a:solidFill>
                    <a:prstClr val="white"/>
                  </a:solidFill>
                </a:rPr>
                <a:t>0 / 94 / 184</a:t>
              </a:r>
            </a:p>
          </p:txBody>
        </p:sp>
        <p:sp>
          <p:nvSpPr>
            <p:cNvPr id="71" name="Rectangle 70"/>
            <p:cNvSpPr/>
            <p:nvPr userDrawn="1"/>
          </p:nvSpPr>
          <p:spPr>
            <a:xfrm>
              <a:off x="2555365" y="4285386"/>
              <a:ext cx="900000" cy="720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4000" tIns="54000" rIns="54000" bIns="54000" numCol="1" spcCol="0" rtlCol="0" fromWordArt="0" anchor="ctr" anchorCtr="0" forceAA="0" compatLnSpc="1">
              <a:prstTxWarp prst="textNoShape">
                <a:avLst/>
              </a:prstTxWarp>
              <a:noAutofit/>
            </a:bodyPr>
            <a:lstStyle/>
            <a:p>
              <a:pPr algn="ctr" latinLnBrk="0"/>
              <a:r>
                <a:rPr lang="en-GB" sz="900">
                  <a:solidFill>
                    <a:prstClr val="white"/>
                  </a:solidFill>
                </a:rPr>
                <a:t>Light Blue</a:t>
              </a:r>
            </a:p>
            <a:p>
              <a:pPr algn="ctr" latinLnBrk="0"/>
              <a:r>
                <a:rPr lang="en-GB" sz="900">
                  <a:solidFill>
                    <a:prstClr val="white"/>
                  </a:solidFill>
                </a:rPr>
                <a:t>0 / 145 / 218</a:t>
              </a:r>
              <a:endParaRPr lang="en-GB" sz="900" dirty="0">
                <a:solidFill>
                  <a:prstClr val="white"/>
                </a:solidFill>
              </a:endParaRPr>
            </a:p>
          </p:txBody>
        </p:sp>
        <p:sp>
          <p:nvSpPr>
            <p:cNvPr id="72" name="Rectangle 71"/>
            <p:cNvSpPr/>
            <p:nvPr userDrawn="1"/>
          </p:nvSpPr>
          <p:spPr>
            <a:xfrm>
              <a:off x="3544185" y="4285386"/>
              <a:ext cx="900000" cy="720000"/>
            </a:xfrm>
            <a:prstGeom prst="rect">
              <a:avLst/>
            </a:prstGeom>
            <a:solidFill>
              <a:srgbClr val="6D2077"/>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4000" tIns="54000" rIns="54000" bIns="54000" numCol="1" spcCol="0" rtlCol="0" fromWordArt="0" anchor="ctr" anchorCtr="0" forceAA="0" compatLnSpc="1">
              <a:prstTxWarp prst="textNoShape">
                <a:avLst/>
              </a:prstTxWarp>
              <a:noAutofit/>
            </a:bodyPr>
            <a:lstStyle/>
            <a:p>
              <a:pPr algn="ctr" latinLnBrk="0"/>
              <a:r>
                <a:rPr lang="en-GB" sz="900">
                  <a:solidFill>
                    <a:prstClr val="white"/>
                  </a:solidFill>
                </a:rPr>
                <a:t>Light Purple</a:t>
              </a:r>
            </a:p>
            <a:p>
              <a:pPr algn="ctr" latinLnBrk="0"/>
              <a:r>
                <a:rPr lang="en-GB" sz="900">
                  <a:solidFill>
                    <a:prstClr val="white"/>
                  </a:solidFill>
                </a:rPr>
                <a:t>109 / 32 / 119</a:t>
              </a:r>
              <a:endParaRPr lang="en-GB" sz="900" dirty="0">
                <a:solidFill>
                  <a:prstClr val="white"/>
                </a:solidFill>
              </a:endParaRPr>
            </a:p>
          </p:txBody>
        </p:sp>
        <p:sp>
          <p:nvSpPr>
            <p:cNvPr id="73" name="Rectangle 72"/>
            <p:cNvSpPr/>
            <p:nvPr userDrawn="1"/>
          </p:nvSpPr>
          <p:spPr>
            <a:xfrm>
              <a:off x="5521825" y="4285386"/>
              <a:ext cx="900000" cy="720000"/>
            </a:xfrm>
            <a:prstGeom prst="rect">
              <a:avLst/>
            </a:prstGeom>
            <a:solidFill>
              <a:srgbClr val="00A3A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4000" tIns="54000" rIns="54000" bIns="54000" numCol="1" spcCol="0" rtlCol="0" fromWordArt="0" anchor="ctr" anchorCtr="0" forceAA="0" compatLnSpc="1">
              <a:prstTxWarp prst="textNoShape">
                <a:avLst/>
              </a:prstTxWarp>
              <a:noAutofit/>
            </a:bodyPr>
            <a:lstStyle/>
            <a:p>
              <a:pPr algn="ctr" latinLnBrk="0"/>
              <a:r>
                <a:rPr lang="en-GB" sz="900">
                  <a:solidFill>
                    <a:prstClr val="white"/>
                  </a:solidFill>
                </a:rPr>
                <a:t>Green</a:t>
              </a:r>
            </a:p>
            <a:p>
              <a:pPr algn="ctr" latinLnBrk="0"/>
              <a:r>
                <a:rPr lang="en-GB" sz="900">
                  <a:solidFill>
                    <a:prstClr val="white"/>
                  </a:solidFill>
                </a:rPr>
                <a:t>0 / 163 / 161</a:t>
              </a:r>
              <a:endParaRPr lang="en-GB" sz="900" dirty="0">
                <a:solidFill>
                  <a:prstClr val="white"/>
                </a:solidFill>
              </a:endParaRPr>
            </a:p>
          </p:txBody>
        </p:sp>
        <p:sp>
          <p:nvSpPr>
            <p:cNvPr id="74" name="Rectangle 73"/>
            <p:cNvSpPr/>
            <p:nvPr userDrawn="1"/>
          </p:nvSpPr>
          <p:spPr>
            <a:xfrm>
              <a:off x="7499463" y="4285386"/>
              <a:ext cx="900000" cy="720000"/>
            </a:xfrm>
            <a:prstGeom prst="rect">
              <a:avLst/>
            </a:prstGeom>
            <a:solidFill>
              <a:srgbClr val="43B02A"/>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4000" tIns="54000" rIns="54000" bIns="54000" numCol="1" spcCol="0" rtlCol="0" fromWordArt="0" anchor="ctr" anchorCtr="0" forceAA="0" compatLnSpc="1">
              <a:prstTxWarp prst="textNoShape">
                <a:avLst/>
              </a:prstTxWarp>
              <a:noAutofit/>
            </a:bodyPr>
            <a:lstStyle/>
            <a:p>
              <a:pPr algn="ctr" latinLnBrk="0"/>
              <a:r>
                <a:rPr lang="en-GB" sz="900" dirty="0">
                  <a:solidFill>
                    <a:prstClr val="white"/>
                  </a:solidFill>
                </a:rPr>
                <a:t>Light Green</a:t>
              </a:r>
            </a:p>
            <a:p>
              <a:pPr algn="ctr" latinLnBrk="0"/>
              <a:r>
                <a:rPr lang="en-GB" sz="900" dirty="0">
                  <a:solidFill>
                    <a:prstClr val="white"/>
                  </a:solidFill>
                </a:rPr>
                <a:t>67 / 176 / 42</a:t>
              </a:r>
            </a:p>
          </p:txBody>
        </p:sp>
        <p:sp>
          <p:nvSpPr>
            <p:cNvPr id="75" name="Rectangle 74"/>
            <p:cNvSpPr/>
            <p:nvPr userDrawn="1"/>
          </p:nvSpPr>
          <p:spPr>
            <a:xfrm>
              <a:off x="6510645" y="4285386"/>
              <a:ext cx="900000" cy="720000"/>
            </a:xfrm>
            <a:prstGeom prst="rect">
              <a:avLst/>
            </a:prstGeom>
            <a:solidFill>
              <a:srgbClr val="EAAA00"/>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4000" tIns="54000" rIns="54000" bIns="54000" numCol="1" spcCol="0" rtlCol="0" fromWordArt="0" anchor="ctr" anchorCtr="0" forceAA="0" compatLnSpc="1">
              <a:prstTxWarp prst="textNoShape">
                <a:avLst/>
              </a:prstTxWarp>
              <a:noAutofit/>
            </a:bodyPr>
            <a:lstStyle/>
            <a:p>
              <a:pPr algn="ctr" latinLnBrk="0"/>
              <a:r>
                <a:rPr lang="en-GB" sz="900">
                  <a:solidFill>
                    <a:prstClr val="white"/>
                  </a:solidFill>
                </a:rPr>
                <a:t>Yellow</a:t>
              </a:r>
            </a:p>
            <a:p>
              <a:pPr algn="ctr" latinLnBrk="0"/>
              <a:r>
                <a:rPr lang="en-GB" sz="900">
                  <a:solidFill>
                    <a:prstClr val="white"/>
                  </a:solidFill>
                </a:rPr>
                <a:t>234 / 170 / 0</a:t>
              </a:r>
              <a:endParaRPr lang="en-GB" sz="900" dirty="0">
                <a:solidFill>
                  <a:prstClr val="white"/>
                </a:solidFill>
              </a:endParaRPr>
            </a:p>
          </p:txBody>
        </p:sp>
        <p:sp>
          <p:nvSpPr>
            <p:cNvPr id="76" name="Rectangle 75"/>
            <p:cNvSpPr/>
            <p:nvPr userDrawn="1"/>
          </p:nvSpPr>
          <p:spPr>
            <a:xfrm>
              <a:off x="1566545" y="5085488"/>
              <a:ext cx="900000" cy="720000"/>
            </a:xfrm>
            <a:prstGeom prst="rect">
              <a:avLst/>
            </a:prstGeom>
            <a:solidFill>
              <a:srgbClr val="C6007E"/>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4000" tIns="54000" rIns="54000" bIns="54000" numCol="1" spcCol="0" rtlCol="0" fromWordArt="0" anchor="ctr" anchorCtr="0" forceAA="0" compatLnSpc="1">
              <a:prstTxWarp prst="textNoShape">
                <a:avLst/>
              </a:prstTxWarp>
              <a:noAutofit/>
            </a:bodyPr>
            <a:lstStyle/>
            <a:p>
              <a:pPr algn="ctr" latinLnBrk="0"/>
              <a:r>
                <a:rPr lang="en-GB" sz="900" dirty="0">
                  <a:solidFill>
                    <a:prstClr val="white"/>
                  </a:solidFill>
                </a:rPr>
                <a:t>Pink</a:t>
              </a:r>
            </a:p>
            <a:p>
              <a:pPr algn="ctr" latinLnBrk="0"/>
              <a:r>
                <a:rPr lang="en-GB" sz="900" dirty="0">
                  <a:solidFill>
                    <a:prstClr val="white"/>
                  </a:solidFill>
                </a:rPr>
                <a:t>198 / 0 / 126</a:t>
              </a:r>
            </a:p>
          </p:txBody>
        </p:sp>
        <p:sp>
          <p:nvSpPr>
            <p:cNvPr id="77" name="Rectangle 76"/>
            <p:cNvSpPr/>
            <p:nvPr userDrawn="1"/>
          </p:nvSpPr>
          <p:spPr>
            <a:xfrm>
              <a:off x="2555365" y="5085488"/>
              <a:ext cx="900000" cy="720000"/>
            </a:xfrm>
            <a:prstGeom prst="rect">
              <a:avLst/>
            </a:prstGeom>
            <a:solidFill>
              <a:srgbClr val="753F19"/>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4000" tIns="54000" rIns="54000" bIns="54000" numCol="1" spcCol="0" rtlCol="0" fromWordArt="0" anchor="ctr" anchorCtr="0" forceAA="0" compatLnSpc="1">
              <a:prstTxWarp prst="textNoShape">
                <a:avLst/>
              </a:prstTxWarp>
              <a:noAutofit/>
            </a:bodyPr>
            <a:lstStyle/>
            <a:p>
              <a:pPr algn="ctr" latinLnBrk="0"/>
              <a:r>
                <a:rPr lang="en-GB" sz="900" dirty="0">
                  <a:solidFill>
                    <a:prstClr val="white"/>
                  </a:solidFill>
                </a:rPr>
                <a:t>Dark Brown</a:t>
              </a:r>
            </a:p>
            <a:p>
              <a:pPr algn="ctr" latinLnBrk="0"/>
              <a:r>
                <a:rPr lang="en-GB" sz="900" dirty="0">
                  <a:solidFill>
                    <a:prstClr val="white"/>
                  </a:solidFill>
                </a:rPr>
                <a:t>117 / 63 / 25</a:t>
              </a:r>
            </a:p>
          </p:txBody>
        </p:sp>
        <p:sp>
          <p:nvSpPr>
            <p:cNvPr id="78" name="Rectangle 77"/>
            <p:cNvSpPr/>
            <p:nvPr userDrawn="1"/>
          </p:nvSpPr>
          <p:spPr>
            <a:xfrm>
              <a:off x="3544185" y="5085488"/>
              <a:ext cx="900000" cy="720000"/>
            </a:xfrm>
            <a:prstGeom prst="rect">
              <a:avLst/>
            </a:prstGeom>
            <a:solidFill>
              <a:srgbClr val="9B642E"/>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4000" tIns="54000" rIns="54000" bIns="54000" numCol="1" spcCol="0" rtlCol="0" fromWordArt="0" anchor="ctr" anchorCtr="0" forceAA="0" compatLnSpc="1">
              <a:prstTxWarp prst="textNoShape">
                <a:avLst/>
              </a:prstTxWarp>
              <a:noAutofit/>
            </a:bodyPr>
            <a:lstStyle/>
            <a:p>
              <a:pPr algn="ctr" latinLnBrk="0"/>
              <a:r>
                <a:rPr lang="en-GB" sz="900" dirty="0">
                  <a:solidFill>
                    <a:prstClr val="white"/>
                  </a:solidFill>
                </a:rPr>
                <a:t>Light Brown</a:t>
              </a:r>
            </a:p>
            <a:p>
              <a:pPr algn="ctr" latinLnBrk="0"/>
              <a:r>
                <a:rPr lang="en-GB" sz="900" dirty="0">
                  <a:solidFill>
                    <a:prstClr val="white"/>
                  </a:solidFill>
                </a:rPr>
                <a:t>155 / 100 / 46</a:t>
              </a:r>
            </a:p>
          </p:txBody>
        </p:sp>
        <p:sp>
          <p:nvSpPr>
            <p:cNvPr id="79" name="Rectangle 78"/>
            <p:cNvSpPr/>
            <p:nvPr userDrawn="1"/>
          </p:nvSpPr>
          <p:spPr>
            <a:xfrm>
              <a:off x="5521825" y="5085488"/>
              <a:ext cx="900000" cy="720000"/>
            </a:xfrm>
            <a:prstGeom prst="rect">
              <a:avLst/>
            </a:prstGeom>
            <a:solidFill>
              <a:srgbClr val="E3BC9F"/>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4000" tIns="54000" rIns="54000" bIns="54000" numCol="1" spcCol="0" rtlCol="0" fromWordArt="0" anchor="ctr" anchorCtr="0" forceAA="0" compatLnSpc="1">
              <a:prstTxWarp prst="textNoShape">
                <a:avLst/>
              </a:prstTxWarp>
              <a:noAutofit/>
            </a:bodyPr>
            <a:lstStyle/>
            <a:p>
              <a:pPr algn="ctr" latinLnBrk="0"/>
              <a:r>
                <a:rPr lang="en-GB" sz="900" dirty="0">
                  <a:solidFill>
                    <a:prstClr val="white"/>
                  </a:solidFill>
                </a:rPr>
                <a:t>Beige</a:t>
              </a:r>
            </a:p>
            <a:p>
              <a:pPr algn="ctr" latinLnBrk="0"/>
              <a:r>
                <a:rPr lang="en-GB" sz="900" dirty="0">
                  <a:solidFill>
                    <a:prstClr val="white"/>
                  </a:solidFill>
                </a:rPr>
                <a:t>227 / 188 / 159</a:t>
              </a:r>
            </a:p>
          </p:txBody>
        </p:sp>
        <p:sp>
          <p:nvSpPr>
            <p:cNvPr id="80" name="Rectangle 79"/>
            <p:cNvSpPr/>
            <p:nvPr userDrawn="1"/>
          </p:nvSpPr>
          <p:spPr>
            <a:xfrm>
              <a:off x="4533005" y="5085488"/>
              <a:ext cx="900000" cy="720000"/>
            </a:xfrm>
            <a:prstGeom prst="rect">
              <a:avLst/>
            </a:prstGeom>
            <a:solidFill>
              <a:srgbClr val="9D9375"/>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4000" tIns="54000" rIns="54000" bIns="54000" numCol="1" spcCol="0" rtlCol="0" fromWordArt="0" anchor="ctr" anchorCtr="0" forceAA="0" compatLnSpc="1">
              <a:prstTxWarp prst="textNoShape">
                <a:avLst/>
              </a:prstTxWarp>
              <a:noAutofit/>
            </a:bodyPr>
            <a:lstStyle/>
            <a:p>
              <a:pPr algn="ctr" latinLnBrk="0"/>
              <a:r>
                <a:rPr lang="en-GB" sz="900" dirty="0">
                  <a:solidFill>
                    <a:prstClr val="white"/>
                  </a:solidFill>
                </a:rPr>
                <a:t>Olive</a:t>
              </a:r>
            </a:p>
            <a:p>
              <a:pPr algn="ctr" latinLnBrk="0"/>
              <a:r>
                <a:rPr lang="en-GB" sz="900" dirty="0">
                  <a:solidFill>
                    <a:prstClr val="white"/>
                  </a:solidFill>
                </a:rPr>
                <a:t>157 / 147 / 117</a:t>
              </a:r>
            </a:p>
          </p:txBody>
        </p:sp>
        <p:sp>
          <p:nvSpPr>
            <p:cNvPr id="81" name="Rectangle 80"/>
            <p:cNvSpPr/>
            <p:nvPr userDrawn="1"/>
          </p:nvSpPr>
          <p:spPr>
            <a:xfrm>
              <a:off x="6510645" y="5085488"/>
              <a:ext cx="900000" cy="720000"/>
            </a:xfrm>
            <a:prstGeom prst="rect">
              <a:avLst/>
            </a:prstGeom>
            <a:solidFill>
              <a:srgbClr val="E36877"/>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4000" tIns="54000" rIns="54000" bIns="54000" numCol="1" spcCol="0" rtlCol="0" fromWordArt="0" anchor="ctr" anchorCtr="0" forceAA="0" compatLnSpc="1">
              <a:prstTxWarp prst="textNoShape">
                <a:avLst/>
              </a:prstTxWarp>
              <a:noAutofit/>
            </a:bodyPr>
            <a:lstStyle/>
            <a:p>
              <a:pPr algn="ctr" latinLnBrk="0"/>
              <a:r>
                <a:rPr lang="en-GB" sz="900" dirty="0">
                  <a:solidFill>
                    <a:prstClr val="white"/>
                  </a:solidFill>
                </a:rPr>
                <a:t>Light Pink</a:t>
              </a:r>
            </a:p>
            <a:p>
              <a:pPr algn="ctr" latinLnBrk="0"/>
              <a:r>
                <a:rPr lang="en-GB" sz="900" dirty="0">
                  <a:solidFill>
                    <a:prstClr val="white"/>
                  </a:solidFill>
                </a:rPr>
                <a:t>227 / 104 / 119</a:t>
              </a:r>
            </a:p>
          </p:txBody>
        </p:sp>
        <p:sp>
          <p:nvSpPr>
            <p:cNvPr id="82" name="TextBox 81"/>
            <p:cNvSpPr txBox="1"/>
            <p:nvPr userDrawn="1"/>
          </p:nvSpPr>
          <p:spPr>
            <a:xfrm>
              <a:off x="752400" y="4285386"/>
              <a:ext cx="814145" cy="504825"/>
            </a:xfrm>
            <a:prstGeom prst="rect">
              <a:avLst/>
            </a:prstGeom>
            <a:noFill/>
          </p:spPr>
          <p:txBody>
            <a:bodyPr wrap="square" lIns="0" tIns="0" rIns="54007" bIns="0" rtlCol="0">
              <a:noAutofit/>
            </a:bodyPr>
            <a:lstStyle/>
            <a:p>
              <a:pPr latinLnBrk="0"/>
              <a:r>
                <a:rPr lang="en-GB" sz="1000" b="1" dirty="0">
                  <a:solidFill>
                    <a:srgbClr val="00338D"/>
                  </a:solidFill>
                </a:rPr>
                <a:t>Colour order for graphs</a:t>
              </a:r>
            </a:p>
          </p:txBody>
        </p:sp>
      </p:grpSp>
    </p:spTree>
    <p:extLst>
      <p:ext uri="{BB962C8B-B14F-4D97-AF65-F5344CB8AC3E}">
        <p14:creationId xmlns:p14="http://schemas.microsoft.com/office/powerpoint/2010/main" val="619635134"/>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showMasterSp="0" preserve="1" userDrawn="1">
  <p:cSld name="FINAL SLIDE">
    <p:spTree>
      <p:nvGrpSpPr>
        <p:cNvPr id="1" name=""/>
        <p:cNvGrpSpPr/>
        <p:nvPr/>
      </p:nvGrpSpPr>
      <p:grpSpPr>
        <a:xfrm>
          <a:off x="0" y="0"/>
          <a:ext cx="0" cy="0"/>
          <a:chOff x="0" y="0"/>
          <a:chExt cx="0" cy="0"/>
        </a:xfrm>
      </p:grpSpPr>
      <p:sp>
        <p:nvSpPr>
          <p:cNvPr id="5" name="object 3"/>
          <p:cNvSpPr/>
          <p:nvPr userDrawn="1"/>
        </p:nvSpPr>
        <p:spPr>
          <a:xfrm>
            <a:off x="4" y="0"/>
            <a:ext cx="810022" cy="6858000"/>
          </a:xfrm>
          <a:custGeom>
            <a:avLst/>
            <a:gdLst/>
            <a:ahLst/>
            <a:cxnLst/>
            <a:rect l="l" t="t" r="r" b="b"/>
            <a:pathLst>
              <a:path w="1742046" h="7772400">
                <a:moveTo>
                  <a:pt x="0" y="7772400"/>
                </a:moveTo>
                <a:lnTo>
                  <a:pt x="1742046" y="7772400"/>
                </a:lnTo>
                <a:lnTo>
                  <a:pt x="1742046" y="0"/>
                </a:lnTo>
                <a:lnTo>
                  <a:pt x="0" y="0"/>
                </a:lnTo>
                <a:lnTo>
                  <a:pt x="0" y="7772400"/>
                </a:lnTo>
                <a:close/>
              </a:path>
            </a:pathLst>
          </a:custGeom>
          <a:solidFill>
            <a:srgbClr val="00338D"/>
          </a:solidFill>
        </p:spPr>
        <p:txBody>
          <a:bodyPr wrap="square" lIns="0" tIns="0" rIns="0" bIns="0" rtlCol="0">
            <a:noAutofit/>
          </a:bodyPr>
          <a:lstStyle/>
          <a:p>
            <a:pPr latinLnBrk="0"/>
            <a:endParaRPr sz="1400" dirty="0">
              <a:solidFill>
                <a:srgbClr val="000000"/>
              </a:solidFill>
              <a:sym typeface="Arial" panose="020B0604020202020204" pitchFamily="34" charset="0"/>
            </a:endParaRPr>
          </a:p>
        </p:txBody>
      </p:sp>
      <p:sp>
        <p:nvSpPr>
          <p:cNvPr id="16" name="TextBox 15"/>
          <p:cNvSpPr txBox="1"/>
          <p:nvPr userDrawn="1"/>
        </p:nvSpPr>
        <p:spPr>
          <a:xfrm>
            <a:off x="2000069" y="6690921"/>
            <a:ext cx="5896428" cy="93059"/>
          </a:xfrm>
          <a:prstGeom prst="rect">
            <a:avLst/>
          </a:prstGeom>
          <a:noFill/>
        </p:spPr>
        <p:txBody>
          <a:bodyPr wrap="square" lIns="0" tIns="0" rIns="0" bIns="0" rtlCol="0">
            <a:noAutofit/>
          </a:bodyPr>
          <a:lstStyle/>
          <a:p>
            <a:pPr algn="ctr" latinLnBrk="0">
              <a:defRPr/>
            </a:pPr>
            <a:r>
              <a:rPr lang="en-GB" sz="600" b="1" dirty="0">
                <a:solidFill>
                  <a:srgbClr val="000000"/>
                </a:solidFill>
              </a:rPr>
              <a:t>Document Classification: KPMG Confidential</a:t>
            </a:r>
          </a:p>
        </p:txBody>
      </p:sp>
      <p:pic>
        <p:nvPicPr>
          <p:cNvPr id="2" name="그림 1">
            <a:extLst>
              <a:ext uri="{FF2B5EF4-FFF2-40B4-BE49-F238E27FC236}">
                <a16:creationId xmlns:a16="http://schemas.microsoft.com/office/drawing/2014/main" id="{6CEBBDBA-A8B8-480E-BBF1-0DF009701D85}"/>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080861" y="453309"/>
            <a:ext cx="1413404" cy="355758"/>
          </a:xfrm>
          <a:prstGeom prst="rect">
            <a:avLst/>
          </a:prstGeom>
        </p:spPr>
      </p:pic>
    </p:spTree>
    <p:extLst>
      <p:ext uri="{BB962C8B-B14F-4D97-AF65-F5344CB8AC3E}">
        <p14:creationId xmlns:p14="http://schemas.microsoft.com/office/powerpoint/2010/main" val="281092016"/>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userDrawn="1">
  <p:cSld name="1_TITLE SLIDE 3 - No image">
    <p:spTree>
      <p:nvGrpSpPr>
        <p:cNvPr id="1" name=""/>
        <p:cNvGrpSpPr/>
        <p:nvPr/>
      </p:nvGrpSpPr>
      <p:grpSpPr>
        <a:xfrm>
          <a:off x="0" y="0"/>
          <a:ext cx="0" cy="0"/>
          <a:chOff x="0" y="0"/>
          <a:chExt cx="0" cy="0"/>
        </a:xfrm>
      </p:grpSpPr>
      <p:sp>
        <p:nvSpPr>
          <p:cNvPr id="8" name="object 3"/>
          <p:cNvSpPr/>
          <p:nvPr userDrawn="1"/>
        </p:nvSpPr>
        <p:spPr>
          <a:xfrm>
            <a:off x="0" y="9872"/>
            <a:ext cx="9906000" cy="6695731"/>
          </a:xfrm>
          <a:custGeom>
            <a:avLst/>
            <a:gdLst/>
            <a:ahLst/>
            <a:cxnLst/>
            <a:rect l="l" t="t" r="r" b="b"/>
            <a:pathLst>
              <a:path w="1742046" h="7772400">
                <a:moveTo>
                  <a:pt x="0" y="7772400"/>
                </a:moveTo>
                <a:lnTo>
                  <a:pt x="1742046" y="7772400"/>
                </a:lnTo>
                <a:lnTo>
                  <a:pt x="1742046" y="0"/>
                </a:lnTo>
                <a:lnTo>
                  <a:pt x="0" y="0"/>
                </a:lnTo>
                <a:lnTo>
                  <a:pt x="0" y="7772400"/>
                </a:lnTo>
                <a:close/>
              </a:path>
            </a:pathLst>
          </a:custGeom>
          <a:solidFill>
            <a:schemeClr val="bg1"/>
          </a:solidFill>
        </p:spPr>
        <p:txBody>
          <a:bodyPr wrap="square" lIns="0" tIns="0" rIns="0" bIns="0" rtlCol="0">
            <a:noAutofit/>
          </a:bodyPr>
          <a:lstStyle/>
          <a:p>
            <a:endParaRPr sz="1800"/>
          </a:p>
        </p:txBody>
      </p:sp>
      <p:pic>
        <p:nvPicPr>
          <p:cNvPr id="6" name="그림 5"/>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 y="0"/>
            <a:ext cx="9906001" cy="6858000"/>
          </a:xfrm>
          <a:prstGeom prst="rect">
            <a:avLst/>
          </a:prstGeom>
        </p:spPr>
      </p:pic>
      <p:pic>
        <p:nvPicPr>
          <p:cNvPr id="5" name="그림 4"/>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533929" y="453309"/>
            <a:ext cx="1413404" cy="355758"/>
          </a:xfrm>
          <a:prstGeom prst="rect">
            <a:avLst/>
          </a:prstGeom>
        </p:spPr>
      </p:pic>
    </p:spTree>
    <p:extLst>
      <p:ext uri="{BB962C8B-B14F-4D97-AF65-F5344CB8AC3E}">
        <p14:creationId xmlns:p14="http://schemas.microsoft.com/office/powerpoint/2010/main" val="118280367"/>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slideLayout" Target="../slideLayouts/slideLayout14.xml"/><Relationship Id="rId15" Type="http://schemas.openxmlformats.org/officeDocument/2006/relationships/slideLayout" Target="../slideLayouts/slideLayout15.xml"/><Relationship Id="rId16" Type="http://schemas.openxmlformats.org/officeDocument/2006/relationships/slideLayout" Target="../slideLayouts/slideLayout16.xml"/><Relationship Id="rId17" Type="http://schemas.openxmlformats.org/officeDocument/2006/relationships/slideLayout" Target="../slideLayouts/slideLayout17.xml"/><Relationship Id="rId18" Type="http://schemas.openxmlformats.org/officeDocument/2006/relationships/slideLayout" Target="../slideLayouts/slideLayout18.xml"/><Relationship Id="rId19" Type="http://schemas.openxmlformats.org/officeDocument/2006/relationships/slideLayout" Target="../slideLayouts/slideLayout19.xml"/><Relationship Id="rId20" Type="http://schemas.openxmlformats.org/officeDocument/2006/relationships/slideLayout" Target="../slideLayouts/slideLayout20.xml"/><Relationship Id="rId21" Type="http://schemas.openxmlformats.org/officeDocument/2006/relationships/slideLayout" Target="../slideLayouts/slideLayout21.xml"/><Relationship Id="rId22" Type="http://schemas.openxmlformats.org/officeDocument/2006/relationships/slideLayout" Target="../slideLayouts/slideLayout22.xml"/><Relationship Id="rId23" Type="http://schemas.openxmlformats.org/officeDocument/2006/relationships/slideLayout" Target="../slideLayouts/slideLayout23.xml"/><Relationship Id="rId24" Type="http://schemas.openxmlformats.org/officeDocument/2006/relationships/slideLayout" Target="../slideLayouts/slideLayout24.xml"/><Relationship Id="rId25" Type="http://schemas.openxmlformats.org/officeDocument/2006/relationships/slideLayout" Target="../slideLayouts/slideLayout25.xml"/><Relationship Id="rId26" Type="http://schemas.openxmlformats.org/officeDocument/2006/relationships/slideLayout" Target="../slideLayouts/slideLayout26.xml"/><Relationship Id="rId27" Type="http://schemas.openxmlformats.org/officeDocument/2006/relationships/slideLayout" Target="../slideLayouts/slideLayout27.xml"/><Relationship Id="rId28" Type="http://schemas.openxmlformats.org/officeDocument/2006/relationships/slideLayout" Target="../slideLayouts/slideLayout28.xml"/><Relationship Id="rId29" Type="http://schemas.openxmlformats.org/officeDocument/2006/relationships/slideLayout" Target="../slideLayouts/slideLayout29.xml"/><Relationship Id="rId30" Type="http://schemas.openxmlformats.org/officeDocument/2006/relationships/theme" Target="../theme/theme1.xml"/><Relationship Id="rId31"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815100" y="1209600"/>
            <a:ext cx="8275800" cy="4582800"/>
          </a:xfrm>
          <a:prstGeom prst="rect">
            <a:avLst/>
          </a:prstGeom>
        </p:spPr>
        <p:txBody>
          <a:bodyPr vert="horz" lIns="0" tIns="0" rIns="0" bIns="0" rtlCol="0" anchor="t" anchorCtr="0">
            <a:noAutofit/>
          </a:bodyPr>
          <a:lstStyle/>
          <a:p>
            <a:pPr lvl="0"/>
            <a:r>
              <a:rPr lang="ko-KR" altLang="en-US"/>
              <a:t>마스터 텍스트 스타일을 편집합니다</a:t>
            </a:r>
          </a:p>
          <a:p>
            <a:pPr lvl="1"/>
            <a:r>
              <a:rPr lang="ko-KR" altLang="en-US"/>
              <a:t>둘째 수준</a:t>
            </a:r>
          </a:p>
          <a:p>
            <a:pPr lvl="2"/>
            <a:r>
              <a:rPr lang="ko-KR" altLang="en-US"/>
              <a:t>셋째 수준</a:t>
            </a:r>
          </a:p>
          <a:p>
            <a:pPr lvl="3"/>
            <a:r>
              <a:rPr lang="ko-KR" altLang="en-US"/>
              <a:t>넷째 수준</a:t>
            </a:r>
          </a:p>
          <a:p>
            <a:pPr lvl="4"/>
            <a:r>
              <a:rPr lang="ko-KR" altLang="en-US"/>
              <a:t>다섯째 수준</a:t>
            </a:r>
            <a:endParaRPr lang="en-US" dirty="0"/>
          </a:p>
        </p:txBody>
      </p:sp>
      <p:sp>
        <p:nvSpPr>
          <p:cNvPr id="29" name="Shape 8"/>
          <p:cNvSpPr txBox="1">
            <a:spLocks/>
          </p:cNvSpPr>
          <p:nvPr userDrawn="1"/>
        </p:nvSpPr>
        <p:spPr>
          <a:xfrm>
            <a:off x="9241114" y="6476906"/>
            <a:ext cx="319921" cy="156746"/>
          </a:xfrm>
          <a:prstGeom prst="rect">
            <a:avLst/>
          </a:prstGeom>
        </p:spPr>
        <p:txBody>
          <a:bodyPr lIns="0" tIns="0" rIns="0" bIns="0" anchor="b" anchorCtr="0"/>
          <a:lstStyle>
            <a:defPPr>
              <a:defRPr lang="en-US"/>
            </a:defPPr>
            <a:lvl1pPr marL="0" algn="l" defTabSz="457200" rtl="0" eaLnBrk="1" latinLnBrk="0" hangingPunct="1">
              <a:defRPr sz="1000" kern="1200">
                <a:solidFill>
                  <a:srgbClr val="0061A8"/>
                </a:solidFill>
                <a:latin typeface="Arial"/>
                <a:ea typeface="Arial"/>
                <a:cs typeface="Arial"/>
                <a:sym typeface="Arial"/>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r"/>
            <a:fld id="{86CB4B4D-7CA3-9044-876B-883B54F8677D}" type="slidenum">
              <a:rPr lang="en-US" sz="800" smtClean="0">
                <a:solidFill>
                  <a:srgbClr val="00338D"/>
                </a:solidFill>
                <a:cs typeface="Arial" panose="020B0604020202020204" pitchFamily="34" charset="0"/>
              </a:rPr>
              <a:pPr algn="r"/>
              <a:t>‹#›</a:t>
            </a:fld>
            <a:endParaRPr lang="en-US" sz="800" dirty="0">
              <a:solidFill>
                <a:srgbClr val="00338D"/>
              </a:solidFill>
              <a:cs typeface="Arial" panose="020B0604020202020204" pitchFamily="34" charset="0"/>
            </a:endParaRPr>
          </a:p>
        </p:txBody>
      </p:sp>
      <p:pic>
        <p:nvPicPr>
          <p:cNvPr id="8" name="그림 7"/>
          <p:cNvPicPr>
            <a:picLocks noChangeAspect="1"/>
          </p:cNvPicPr>
          <p:nvPr userDrawn="1"/>
        </p:nvPicPr>
        <p:blipFill>
          <a:blip r:embed="rId31" cstate="print">
            <a:extLst>
              <a:ext uri="{28A0092B-C50C-407E-A947-70E740481C1C}">
                <a14:useLocalDpi xmlns:a14="http://schemas.microsoft.com/office/drawing/2010/main" val="0"/>
              </a:ext>
            </a:extLst>
          </a:blip>
          <a:stretch>
            <a:fillRect/>
          </a:stretch>
        </p:blipFill>
        <p:spPr>
          <a:xfrm>
            <a:off x="321840" y="6463149"/>
            <a:ext cx="909053" cy="223141"/>
          </a:xfrm>
          <a:prstGeom prst="rect">
            <a:avLst/>
          </a:prstGeom>
        </p:spPr>
      </p:pic>
      <p:sp>
        <p:nvSpPr>
          <p:cNvPr id="9" name="Shape 36"/>
          <p:cNvSpPr/>
          <p:nvPr userDrawn="1"/>
        </p:nvSpPr>
        <p:spPr>
          <a:xfrm>
            <a:off x="1394325" y="6460754"/>
            <a:ext cx="7376892" cy="457200"/>
          </a:xfrm>
          <a:prstGeom prst="rect">
            <a:avLst/>
          </a:prstGeom>
          <a:ln w="12700">
            <a:miter lim="400000"/>
          </a:ln>
          <a:extLst>
            <a:ext uri="{C572A759-6A51-4108-AA02-DFA0A04FC94B}">
              <ma14:wrappingTextBoxFlag xmlns="" xmlns:ma14="http://schemas.microsoft.com/office/mac/drawingml/2011/main" val="1"/>
            </a:ext>
          </a:extLst>
        </p:spPr>
        <p:txBody>
          <a:bodyPr lIns="0" tIns="0" rIns="0" bIns="0"/>
          <a:lstStyle>
            <a:lvl1pPr defTabSz="914400">
              <a:defRPr sz="800">
                <a:solidFill>
                  <a:srgbClr val="004C97"/>
                </a:solidFill>
                <a:latin typeface="Univers for KPMG"/>
                <a:ea typeface="Univers for KPMG"/>
                <a:cs typeface="Univers for KPMG"/>
                <a:sym typeface="Univers for KPMG"/>
              </a:defRPr>
            </a:lvl1pPr>
          </a:lstStyle>
          <a:p>
            <a:pPr latinLnBrk="0">
              <a:defRPr/>
            </a:pPr>
            <a:r>
              <a:rPr lang="en-US" altLang="ko-KR" sz="800" dirty="0">
                <a:solidFill>
                  <a:schemeClr val="tx2"/>
                </a:solidFill>
                <a:latin typeface="Univers 45 Light" pitchFamily="2" charset="0"/>
                <a:ea typeface="나눔고딕" panose="020B0600000101010101" charset="-127"/>
                <a:cs typeface="Arial" charset="0"/>
              </a:rPr>
              <a:t>© 2026 </a:t>
            </a:r>
            <a:r>
              <a:rPr kumimoji="1" lang="en-US" altLang="ko-KR" sz="800" dirty="0">
                <a:solidFill>
                  <a:schemeClr val="tx2"/>
                </a:solidFill>
                <a:latin typeface="Univers 45 Light" pitchFamily="2" charset="0"/>
                <a:ea typeface="나눔고딕" panose="020B0600000101010101" charset="-127"/>
                <a:cs typeface="Arial" charset="0"/>
              </a:rPr>
              <a:t>KPMG Samjong Accounting Corp., </a:t>
            </a:r>
            <a:r>
              <a:rPr lang="en-US" altLang="ko-KR" sz="800" dirty="0">
                <a:solidFill>
                  <a:schemeClr val="tx2"/>
                </a:solidFill>
                <a:latin typeface="Univers 45 Light" pitchFamily="2" charset="0"/>
                <a:ea typeface="나눔고딕" panose="020B0600000101010101" charset="-127"/>
                <a:cs typeface="Arial" charset="0"/>
              </a:rPr>
              <a:t>the Korean member firm of the KPMG network of independent member firms affiliated with KPMG International Cooperative (“KPMG International”), a Swiss entity. All rights reserved. Printed in Korea.</a:t>
            </a:r>
          </a:p>
        </p:txBody>
      </p:sp>
      <p:sp>
        <p:nvSpPr>
          <p:cNvPr id="10" name="Line 10"/>
          <p:cNvSpPr>
            <a:spLocks noChangeShapeType="1"/>
          </p:cNvSpPr>
          <p:nvPr userDrawn="1"/>
        </p:nvSpPr>
        <p:spPr bwMode="auto">
          <a:xfrm>
            <a:off x="273000" y="6312784"/>
            <a:ext cx="9360000" cy="0"/>
          </a:xfrm>
          <a:prstGeom prst="line">
            <a:avLst/>
          </a:prstGeom>
          <a:noFill/>
          <a:ln w="3175">
            <a:solidFill>
              <a:srgbClr val="000000"/>
            </a:solidFill>
            <a:round/>
            <a:headEnd/>
            <a:tailEnd/>
          </a:ln>
        </p:spPr>
        <p:txBody>
          <a:bodyPr/>
          <a:lstStyle/>
          <a:p>
            <a:endParaRPr lang="en-GB" sz="1800" dirty="0">
              <a:latin typeface="맑은 고딕" pitchFamily="50" charset="-127"/>
            </a:endParaRPr>
          </a:p>
        </p:txBody>
      </p:sp>
      <p:sp>
        <p:nvSpPr>
          <p:cNvPr id="4" name="직사각형 3"/>
          <p:cNvSpPr/>
          <p:nvPr userDrawn="1"/>
        </p:nvSpPr>
        <p:spPr>
          <a:xfrm>
            <a:off x="322182" y="381001"/>
            <a:ext cx="117000" cy="532800"/>
          </a:xfrm>
          <a:prstGeom prst="rect">
            <a:avLst/>
          </a:prstGeom>
          <a:solidFill>
            <a:srgbClr val="00338D"/>
          </a:solidFill>
          <a:ln>
            <a:no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l"/>
            <a:endParaRPr lang="ko-KR" altLang="en-US" sz="1500" dirty="0" err="1">
              <a:solidFill>
                <a:schemeClr val="bg1"/>
              </a:solidFill>
            </a:endParaRPr>
          </a:p>
        </p:txBody>
      </p:sp>
    </p:spTree>
    <p:extLst>
      <p:ext uri="{BB962C8B-B14F-4D97-AF65-F5344CB8AC3E}">
        <p14:creationId xmlns:p14="http://schemas.microsoft.com/office/powerpoint/2010/main" val="1799088345"/>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 id="2147483684" r:id="rId12"/>
    <p:sldLayoutId id="2147483685" r:id="rId13"/>
    <p:sldLayoutId id="2147483686" r:id="rId14"/>
    <p:sldLayoutId id="2147483687" r:id="rId15"/>
    <p:sldLayoutId id="2147483688" r:id="rId16"/>
    <p:sldLayoutId id="2147483689" r:id="rId17"/>
    <p:sldLayoutId id="2147483690" r:id="rId18"/>
    <p:sldLayoutId id="2147483691" r:id="rId19"/>
    <p:sldLayoutId id="2147483692" r:id="rId20"/>
    <p:sldLayoutId id="2147483693" r:id="rId21"/>
    <p:sldLayoutId id="2147483694" r:id="rId22"/>
    <p:sldLayoutId id="2147483695" r:id="rId23"/>
    <p:sldLayoutId id="2147483696" r:id="rId24"/>
    <p:sldLayoutId id="2147483697" r:id="rId25"/>
    <p:sldLayoutId id="2147483698" r:id="rId26"/>
    <p:sldLayoutId id="2147483699" r:id="rId27"/>
    <p:sldLayoutId id="2147483700" r:id="rId28"/>
    <p:sldLayoutId id="2147483728" r:id="rId29"/>
  </p:sldLayoutIdLst>
  <p:txStyles>
    <p:titleStyle>
      <a:lvl1pPr algn="l" defTabSz="914400" rtl="0" eaLnBrk="1" latinLnBrk="1" hangingPunct="1">
        <a:lnSpc>
          <a:spcPct val="70000"/>
        </a:lnSpc>
        <a:spcBef>
          <a:spcPct val="0"/>
        </a:spcBef>
        <a:buNone/>
        <a:defRPr sz="5400" kern="1200">
          <a:solidFill>
            <a:schemeClr val="tx2"/>
          </a:solidFill>
          <a:latin typeface="+mj-lt"/>
          <a:ea typeface="+mj-ea"/>
          <a:cs typeface="+mj-cs"/>
        </a:defRPr>
      </a:lvl1pPr>
    </p:titleStyle>
    <p:bodyStyle>
      <a:lvl1pPr marL="0" indent="0" algn="l" defTabSz="914400" rtl="0" eaLnBrk="1" latinLnBrk="1" hangingPunct="1">
        <a:lnSpc>
          <a:spcPct val="100000"/>
        </a:lnSpc>
        <a:spcBef>
          <a:spcPts val="0"/>
        </a:spcBef>
        <a:spcAft>
          <a:spcPts val="600"/>
        </a:spcAft>
        <a:buFontTx/>
        <a:buNone/>
        <a:defRPr sz="1500" b="1" kern="1200">
          <a:solidFill>
            <a:schemeClr val="tx2"/>
          </a:solidFill>
          <a:latin typeface="+mn-lt"/>
          <a:ea typeface="+mn-ea"/>
          <a:cs typeface="+mn-cs"/>
        </a:defRPr>
      </a:lvl1pPr>
      <a:lvl2pPr marL="0" indent="0" algn="l" defTabSz="914400" rtl="0" eaLnBrk="1" latinLnBrk="1" hangingPunct="1">
        <a:lnSpc>
          <a:spcPct val="100000"/>
        </a:lnSpc>
        <a:spcBef>
          <a:spcPts val="0"/>
        </a:spcBef>
        <a:spcAft>
          <a:spcPts val="600"/>
        </a:spcAft>
        <a:buFontTx/>
        <a:buNone/>
        <a:defRPr sz="1500" kern="1200">
          <a:solidFill>
            <a:schemeClr val="tx2"/>
          </a:solidFill>
          <a:latin typeface="+mn-lt"/>
          <a:ea typeface="+mn-ea"/>
          <a:cs typeface="+mn-cs"/>
        </a:defRPr>
      </a:lvl2pPr>
      <a:lvl3pPr marL="284400" indent="-284400" algn="l" defTabSz="914400" rtl="0" eaLnBrk="1" latinLnBrk="1"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3pPr>
      <a:lvl4pPr marL="576000" indent="-230400" algn="l" defTabSz="914400" rtl="0" eaLnBrk="1" latinLnBrk="1"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4pPr>
      <a:lvl5pPr marL="824400" indent="-284400" algn="l" defTabSz="914400" rtl="0" eaLnBrk="1" latinLnBrk="1" hangingPunct="1">
        <a:lnSpc>
          <a:spcPct val="100000"/>
        </a:lnSpc>
        <a:spcBef>
          <a:spcPts val="0"/>
        </a:spcBef>
        <a:spcAft>
          <a:spcPts val="600"/>
        </a:spcAft>
        <a:buClr>
          <a:schemeClr val="tx2"/>
        </a:buClr>
        <a:buFont typeface="Arial" panose="020B0604020202020204" pitchFamily="34" charset="0"/>
        <a:buChar char="—"/>
        <a:defRPr sz="1500" kern="1200" baseline="0">
          <a:solidFill>
            <a:schemeClr val="tx2"/>
          </a:solidFill>
          <a:latin typeface="+mn-lt"/>
          <a:ea typeface="+mn-ea"/>
          <a:cs typeface="+mn-cs"/>
        </a:defRPr>
      </a:lvl5pPr>
      <a:lvl6pPr marL="1098000" indent="-230400" algn="l" defTabSz="914400" rtl="0" eaLnBrk="1" latinLnBrk="1"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6pPr>
      <a:lvl7pPr marL="1371600" indent="-284400" algn="l" defTabSz="914400" rtl="0" eaLnBrk="1" latinLnBrk="1"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7pPr>
      <a:lvl8pPr marL="1645200" indent="-228600" algn="l" defTabSz="914400" rtl="0" eaLnBrk="1" latinLnBrk="1"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8pPr>
      <a:lvl9pPr marL="38862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1" hangingPunct="1">
        <a:defRPr sz="1800" kern="1200">
          <a:solidFill>
            <a:schemeClr val="tx1"/>
          </a:solidFill>
          <a:latin typeface="+mn-lt"/>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3657" userDrawn="1">
          <p15:clr>
            <a:srgbClr val="F26B43"/>
          </p15:clr>
        </p15:guide>
        <p15:guide id="2" pos="509" userDrawn="1">
          <p15:clr>
            <a:srgbClr val="F26B43"/>
          </p15:clr>
        </p15:guide>
        <p15:guide id="3" pos="5732" userDrawn="1">
          <p15:clr>
            <a:srgbClr val="F26B43"/>
          </p15:clr>
        </p15:guide>
        <p15:guide id="4" orient="horz" pos="763" userDrawn="1">
          <p15:clr>
            <a:srgbClr val="F26B43"/>
          </p15:clr>
        </p15:guide>
        <p15:guide id="5" orient="horz" pos="608" userDrawn="1">
          <p15:clr>
            <a:srgbClr val="F26B43"/>
          </p15:clr>
        </p15:guide>
        <p15:guide id="6" orient="horz" pos="272" userDrawn="1">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9.xml"/><Relationship Id="rId2" Type="http://schemas.openxmlformats.org/officeDocument/2006/relationships/image" Target="../media/image1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0.xml"/><Relationship Id="rId2" Type="http://schemas.openxmlformats.org/officeDocument/2006/relationships/notesSlide" Target="../notesSlides/notesSlide2.xml"/><Relationship Id="rId3" Type="http://schemas.openxmlformats.org/officeDocument/2006/relationships/chart" Target="../charts/chart1.xml"/><Relationship Id="rId4" Type="http://schemas.openxmlformats.org/officeDocument/2006/relationships/chart" Target="../charts/char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0.xml"/><Relationship Id="rId2" Type="http://schemas.openxmlformats.org/officeDocument/2006/relationships/chart" Target="../charts/chart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0.xml"/><Relationship Id="rId2" Type="http://schemas.openxmlformats.org/officeDocument/2006/relationships/notesSlide" Target="../notesSlides/notesSlide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0.xml"/><Relationship Id="rId2" Type="http://schemas.openxmlformats.org/officeDocument/2006/relationships/notesSlide" Target="../notesSlides/notesSlide4.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0.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0.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5.xml"/></Relationships>
</file>

<file path=ppt/slides/slide1.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l="-7000" r="-7000"/>
          </a:stretch>
        </a:blipFill>
        <a:effectLst/>
      </p:bgPr>
    </p:bg>
    <p:spTree>
      <p:nvGrpSpPr>
        <p:cNvPr id="1" name=""/>
        <p:cNvGrpSpPr/>
        <p:nvPr/>
      </p:nvGrpSpPr>
      <p:grpSpPr>
        <a:xfrm>
          <a:off x="0" y="0"/>
          <a:ext cx="0" cy="0"/>
          <a:chOff x="0" y="0"/>
          <a:chExt cx="0" cy="0"/>
        </a:xfrm>
      </p:grpSpPr>
      <p:sp>
        <p:nvSpPr>
          <p:cNvPr id="7" name="Rectangle 17"/>
          <p:cNvSpPr txBox="1">
            <a:spLocks noChangeArrowheads="1"/>
          </p:cNvSpPr>
          <p:nvPr/>
        </p:nvSpPr>
        <p:spPr>
          <a:xfrm>
            <a:off x="712223" y="2346991"/>
            <a:ext cx="3419475" cy="1392090"/>
          </a:xfrm>
          <a:prstGeom prst="rect">
            <a:avLst/>
          </a:prstGeom>
          <a:noFill/>
        </p:spPr>
        <p:txBody>
          <a:bodyPr wrap="square" lIns="54610" tIns="54610" rIns="54610" bIns="54610" rtlCol="0">
            <a:noAutofit/>
          </a:bodyPr>
          <a:lstStyle>
            <a:defPPr>
              <a:defRPr lang="ko-KR"/>
            </a:defPPr>
            <a:lvl1pPr fontAlgn="ctr" latinLnBrk="0">
              <a:defRPr sz="2400" b="1" kern="0" spc="-50">
                <a:ln>
                  <a:solidFill>
                    <a:srgbClr val="000000">
                      <a:alpha val="0"/>
                    </a:srgbClr>
                  </a:solidFill>
                </a:ln>
                <a:solidFill>
                  <a:srgbClr val="00338D"/>
                </a:solidFill>
                <a:latin typeface="맑은 고딕" panose="020B0503020000020004" pitchFamily="50" charset="-127"/>
                <a:ea typeface="맑은 고딕" pitchFamily="50" charset="-127"/>
              </a:defRPr>
            </a:lvl1pPr>
          </a:lstStyle>
          <a:p>
            <a:pPr>
              <a:lnSpc>
                <a:spcPct val="150000"/>
              </a:lnSpc>
            </a:pPr>
            <a:r>
              <a:rPr lang="en-GB" altLang="ko-KR" sz="1200" dirty="0"/>
              <a:t>2026.09.22</a:t>
            </a:r>
          </a:p>
          <a:p>
            <a:pPr>
              <a:lnSpc>
                <a:spcPct val="150000"/>
              </a:lnSpc>
            </a:pPr>
            <a:r>
              <a:rPr lang="en-US" altLang="ko-KR" sz="1200" dirty="0"/>
              <a:t>KPMG </a:t>
            </a:r>
            <a:r>
              <a:rPr lang="ko-KR" altLang="en-US" sz="1200" dirty="0" err="1"/>
              <a:t>삼정회계법인</a:t>
            </a:r>
            <a:endParaRPr lang="ko-KR" altLang="en-US" sz="1200" dirty="0"/>
          </a:p>
          <a:p>
            <a:pPr>
              <a:lnSpc>
                <a:spcPct val="150000"/>
              </a:lnSpc>
            </a:pPr>
            <a:r>
              <a:rPr lang="en-GB" altLang="ko-KR" sz="1200" dirty="0"/>
              <a:t>MC</a:t>
            </a:r>
          </a:p>
        </p:txBody>
      </p:sp>
      <p:sp>
        <p:nvSpPr>
          <p:cNvPr id="6" name="TextBox 5"/>
          <p:cNvSpPr txBox="1"/>
          <p:nvPr/>
        </p:nvSpPr>
        <p:spPr>
          <a:xfrm>
            <a:off x="712222" y="1169767"/>
            <a:ext cx="5560241" cy="1455312"/>
          </a:xfrm>
          <a:prstGeom prst="rect">
            <a:avLst/>
          </a:prstGeom>
          <a:noFill/>
        </p:spPr>
        <p:txBody>
          <a:bodyPr wrap="square" lIns="54610" tIns="54610" rIns="54610" bIns="54610" rtlCol="0">
            <a:noAutofit/>
          </a:bodyPr>
          <a:lstStyle/>
          <a:p>
            <a:pPr fontAlgn="ctr" latinLnBrk="0">
              <a:defRPr/>
            </a:pPr>
            <a:r>
              <a:rPr lang="ko-KR" altLang="en-US" sz="2400" b="1" kern="0" spc="-50" dirty="0" err="1">
                <a:ln>
                  <a:solidFill>
                    <a:srgbClr val="000000">
                      <a:alpha val="0"/>
                    </a:srgbClr>
                  </a:solidFill>
                </a:ln>
                <a:solidFill>
                  <a:srgbClr val="00338D"/>
                </a:solidFill>
                <a:latin typeface="맑은 고딕" panose="020B0503020000020004" pitchFamily="50" charset="-127"/>
                <a:ea typeface="맑은 고딕" pitchFamily="50" charset="-127"/>
              </a:rPr>
              <a:t>디와이덕양</a:t>
            </a:r>
            <a:endParaRPr lang="en-US" altLang="ko-KR" sz="2400" b="1" kern="0" spc="-50" dirty="0">
              <a:ln>
                <a:solidFill>
                  <a:srgbClr val="000000">
                    <a:alpha val="0"/>
                  </a:srgbClr>
                </a:solidFill>
              </a:ln>
              <a:solidFill>
                <a:srgbClr val="00338D"/>
              </a:solidFill>
              <a:latin typeface="맑은 고딕" panose="020B0503020000020004" pitchFamily="50" charset="-127"/>
              <a:ea typeface="맑은 고딕" pitchFamily="50" charset="-127"/>
            </a:endParaRPr>
          </a:p>
          <a:p>
            <a:pPr fontAlgn="ctr" latinLnBrk="0">
              <a:defRPr/>
            </a:pPr>
            <a:r>
              <a:rPr lang="ko-KR" altLang="en-US" sz="2400" b="1" kern="0" spc="-50" dirty="0">
                <a:ln>
                  <a:solidFill>
                    <a:srgbClr val="000000">
                      <a:alpha val="0"/>
                    </a:srgbClr>
                  </a:solidFill>
                </a:ln>
                <a:solidFill>
                  <a:srgbClr val="00338D"/>
                </a:solidFill>
                <a:latin typeface="맑은 고딕" panose="020B0503020000020004" pitchFamily="50" charset="-127"/>
                <a:ea typeface="맑은 고딕" pitchFamily="50" charset="-127"/>
              </a:rPr>
              <a:t>원산지 판정 분기 보고서</a:t>
            </a:r>
            <a:endParaRPr lang="en-US" altLang="ko-KR" sz="2400" b="1" kern="0" spc="-50" dirty="0">
              <a:ln>
                <a:solidFill>
                  <a:srgbClr val="000000">
                    <a:alpha val="0"/>
                  </a:srgbClr>
                </a:solidFill>
              </a:ln>
              <a:solidFill>
                <a:srgbClr val="00338D"/>
              </a:solidFill>
              <a:latin typeface="맑은 고딕" panose="020B0503020000020004" pitchFamily="50" charset="-127"/>
              <a:ea typeface="맑은 고딕" pitchFamily="50" charset="-127"/>
            </a:endParaRPr>
          </a:p>
          <a:p>
            <a:pPr fontAlgn="ctr" latinLnBrk="0">
              <a:defRPr/>
            </a:pPr>
            <a:r>
              <a:rPr lang="en-US" altLang="ko-KR" sz="2400" b="1" kern="0" spc="-50" dirty="0">
                <a:ln>
                  <a:solidFill>
                    <a:srgbClr val="000000">
                      <a:alpha val="0"/>
                    </a:srgbClr>
                  </a:solidFill>
                </a:ln>
                <a:solidFill>
                  <a:srgbClr val="00338D"/>
                </a:solidFill>
                <a:latin typeface="맑은 고딕" panose="020B0503020000020004" pitchFamily="50" charset="-127"/>
                <a:ea typeface="맑은 고딕" pitchFamily="50" charset="-127"/>
              </a:rPr>
              <a:t>2026</a:t>
            </a:r>
            <a:r>
              <a:rPr lang="ko-KR" altLang="en-US" sz="2400" b="1" kern="0" spc="-50" dirty="0">
                <a:ln>
                  <a:solidFill>
                    <a:srgbClr val="000000">
                      <a:alpha val="0"/>
                    </a:srgbClr>
                  </a:solidFill>
                </a:ln>
                <a:solidFill>
                  <a:srgbClr val="00338D"/>
                </a:solidFill>
                <a:latin typeface="맑은 고딕" panose="020B0503020000020004" pitchFamily="50" charset="-127"/>
                <a:ea typeface="맑은 고딕" pitchFamily="50" charset="-127"/>
              </a:rPr>
              <a:t>년 </a:t>
            </a:r>
            <a:r>
              <a:rPr lang="en-US" altLang="ko-KR" sz="2400" b="1" kern="0" spc="-50" dirty="0">
                <a:ln>
                  <a:solidFill>
                    <a:srgbClr val="000000">
                      <a:alpha val="0"/>
                    </a:srgbClr>
                  </a:solidFill>
                </a:ln>
                <a:solidFill>
                  <a:srgbClr val="00338D"/>
                </a:solidFill>
                <a:latin typeface="맑은 고딕" panose="020B0503020000020004" pitchFamily="50" charset="-127"/>
                <a:ea typeface="맑은 고딕" pitchFamily="50" charset="-127"/>
              </a:rPr>
              <a:t>1</a:t>
            </a:r>
            <a:r>
              <a:rPr lang="ko-KR" altLang="en-US" sz="2400" b="1" kern="0" spc="-50" dirty="0">
                <a:ln>
                  <a:solidFill>
                    <a:srgbClr val="000000">
                      <a:alpha val="0"/>
                    </a:srgbClr>
                  </a:solidFill>
                </a:ln>
                <a:solidFill>
                  <a:srgbClr val="00338D"/>
                </a:solidFill>
                <a:latin typeface="맑은 고딕" panose="020B0503020000020004" pitchFamily="50" charset="-127"/>
                <a:ea typeface="맑은 고딕" pitchFamily="50" charset="-127"/>
              </a:rPr>
              <a:t>분기</a:t>
            </a:r>
            <a:r>
              <a:rPr lang="en-US" altLang="ko-KR" sz="2400" b="1" kern="0" spc="-50" dirty="0">
                <a:ln>
                  <a:solidFill>
                    <a:srgbClr val="000000">
                      <a:alpha val="0"/>
                    </a:srgbClr>
                  </a:solidFill>
                </a:ln>
                <a:solidFill>
                  <a:srgbClr val="00338D"/>
                </a:solidFill>
                <a:latin typeface="맑은 고딕" panose="020B0503020000020004" pitchFamily="50" charset="-127"/>
                <a:ea typeface="맑은 고딕" pitchFamily="50" charset="-127"/>
              </a:rPr>
              <a:t> (2026</a:t>
            </a:r>
            <a:r>
              <a:rPr lang="ko-KR" altLang="en-US" sz="2400" b="1" kern="0" spc="-50" dirty="0">
                <a:ln>
                  <a:solidFill>
                    <a:srgbClr val="000000">
                      <a:alpha val="0"/>
                    </a:srgbClr>
                  </a:solidFill>
                </a:ln>
                <a:solidFill>
                  <a:srgbClr val="00338D"/>
                </a:solidFill>
                <a:latin typeface="맑은 고딕" panose="020B0503020000020004" pitchFamily="50" charset="-127"/>
                <a:ea typeface="맑은 고딕" pitchFamily="50" charset="-127"/>
              </a:rPr>
              <a:t>년 </a:t>
            </a:r>
            <a:r>
              <a:rPr lang="en-US" altLang="ko-KR" sz="2400" b="1" kern="0" spc="-50" dirty="0">
                <a:ln>
                  <a:solidFill>
                    <a:srgbClr val="000000">
                      <a:alpha val="0"/>
                    </a:srgbClr>
                  </a:solidFill>
                </a:ln>
                <a:solidFill>
                  <a:srgbClr val="00338D"/>
                </a:solidFill>
                <a:latin typeface="맑은 고딕" panose="020B0503020000020004" pitchFamily="50" charset="-127"/>
                <a:ea typeface="맑은 고딕" pitchFamily="50" charset="-127"/>
              </a:rPr>
              <a:t>01</a:t>
            </a:r>
            <a:r>
              <a:rPr lang="ko-KR" altLang="en-US" sz="2400" b="1" kern="0" spc="-50" dirty="0">
                <a:ln>
                  <a:solidFill>
                    <a:srgbClr val="000000">
                      <a:alpha val="0"/>
                    </a:srgbClr>
                  </a:solidFill>
                </a:ln>
                <a:solidFill>
                  <a:srgbClr val="00338D"/>
                </a:solidFill>
                <a:latin typeface="맑은 고딕" panose="020B0503020000020004" pitchFamily="50" charset="-127"/>
                <a:ea typeface="맑은 고딕" pitchFamily="50" charset="-127"/>
              </a:rPr>
              <a:t>월 매출</a:t>
            </a:r>
            <a:r>
              <a:rPr lang="en-US" altLang="ko-KR" sz="2400" b="1" kern="0" spc="-50" dirty="0">
                <a:ln>
                  <a:solidFill>
                    <a:srgbClr val="000000">
                      <a:alpha val="0"/>
                    </a:srgbClr>
                  </a:solidFill>
                </a:ln>
                <a:solidFill>
                  <a:srgbClr val="00338D"/>
                </a:solidFill>
                <a:latin typeface="맑은 고딕" panose="020B0503020000020004" pitchFamily="50" charset="-127"/>
                <a:ea typeface="맑은 고딕" pitchFamily="50" charset="-127"/>
              </a:rPr>
              <a:t>)</a:t>
            </a:r>
            <a:r>
              <a:rPr lang="ko-KR" altLang="en-US" sz="2400" b="1" kern="0" spc="-50" dirty="0">
                <a:ln>
                  <a:solidFill>
                    <a:srgbClr val="000000">
                      <a:alpha val="0"/>
                    </a:srgbClr>
                  </a:solidFill>
                </a:ln>
                <a:solidFill>
                  <a:srgbClr val="00338D"/>
                </a:solidFill>
                <a:latin typeface="맑은 고딕" panose="020B0503020000020004" pitchFamily="50" charset="-127"/>
                <a:ea typeface="맑은 고딕" pitchFamily="50" charset="-127"/>
              </a:rPr>
              <a:t> </a:t>
            </a:r>
          </a:p>
        </p:txBody>
      </p:sp>
    </p:spTree>
    <p:extLst>
      <p:ext uri="{BB962C8B-B14F-4D97-AF65-F5344CB8AC3E}">
        <p14:creationId xmlns:p14="http://schemas.microsoft.com/office/powerpoint/2010/main" val="94262120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14113" y="416805"/>
            <a:ext cx="7639200" cy="518400"/>
          </a:xfrm>
          <a:noFill/>
        </p:spPr>
        <p:txBody>
          <a:bodyPr anchor="ctr" anchorCtr="0"/>
          <a:lstStyle/>
          <a:p>
            <a:r>
              <a:rPr lang="en-US" sz="2400" b="1" kern="0" spc="-50" dirty="0">
                <a:ln>
                  <a:solidFill>
                    <a:srgbClr val="000000">
                      <a:alpha val="0"/>
                    </a:srgbClr>
                  </a:solidFill>
                </a:ln>
                <a:solidFill>
                  <a:srgbClr val="00338D"/>
                </a:solidFill>
                <a:latin typeface="맑은 고딕" panose="020B0503020000020004" pitchFamily="50" charset="-127"/>
                <a:ea typeface="맑은 고딕" pitchFamily="50" charset="-127"/>
                <a:cs typeface="+mn-cs"/>
              </a:rPr>
              <a:t>Contents</a:t>
            </a:r>
          </a:p>
        </p:txBody>
      </p:sp>
      <p:graphicFrame>
        <p:nvGraphicFramePr>
          <p:cNvPr id="5" name="Group 2"/>
          <p:cNvGraphicFramePr>
            <a:graphicFrameLocks noGrp="1"/>
          </p:cNvGraphicFramePr>
          <p:nvPr>
            <p:extLst>
              <p:ext uri="{D42A27DB-BD31-4B8C-83A1-F6EECF244321}">
                <p14:modId xmlns:p14="http://schemas.microsoft.com/office/powerpoint/2010/main" val="3292565748"/>
              </p:ext>
            </p:extLst>
          </p:nvPr>
        </p:nvGraphicFramePr>
        <p:xfrm>
          <a:off x="1415844" y="1200381"/>
          <a:ext cx="7177549" cy="3217135"/>
        </p:xfrm>
        <a:graphic>
          <a:graphicData uri="http://schemas.openxmlformats.org/drawingml/2006/table">
            <a:tbl>
              <a:tblPr/>
              <a:tblGrid>
                <a:gridCol w="6538452">
                  <a:extLst>
                    <a:ext uri="{9D8B030D-6E8A-4147-A177-3AD203B41FA5}">
                      <a16:colId xmlns:a16="http://schemas.microsoft.com/office/drawing/2014/main" val="20000"/>
                    </a:ext>
                  </a:extLst>
                </a:gridCol>
                <a:gridCol w="639097">
                  <a:extLst>
                    <a:ext uri="{9D8B030D-6E8A-4147-A177-3AD203B41FA5}">
                      <a16:colId xmlns:a16="http://schemas.microsoft.com/office/drawing/2014/main" val="20001"/>
                    </a:ext>
                  </a:extLst>
                </a:gridCol>
              </a:tblGrid>
              <a:tr h="0">
                <a:tc>
                  <a:txBody>
                    <a:bodyPr/>
                    <a:lstStyle>
                      <a:lvl1pPr marL="0" algn="l" defTabSz="495285" rtl="0" eaLnBrk="1" latinLnBrk="1" hangingPunct="1">
                        <a:defRPr sz="1950" kern="1200">
                          <a:solidFill>
                            <a:schemeClr val="tx1"/>
                          </a:solidFill>
                          <a:latin typeface="Arial"/>
                        </a:defRPr>
                      </a:lvl1pPr>
                      <a:lvl2pPr marL="495285" algn="l" defTabSz="495285" rtl="0" eaLnBrk="1" latinLnBrk="1" hangingPunct="1">
                        <a:defRPr sz="1950" kern="1200">
                          <a:solidFill>
                            <a:schemeClr val="tx1"/>
                          </a:solidFill>
                          <a:latin typeface="Arial"/>
                        </a:defRPr>
                      </a:lvl2pPr>
                      <a:lvl3pPr marL="990570" algn="l" defTabSz="495285" rtl="0" eaLnBrk="1" latinLnBrk="1" hangingPunct="1">
                        <a:defRPr sz="1950" kern="1200">
                          <a:solidFill>
                            <a:schemeClr val="tx1"/>
                          </a:solidFill>
                          <a:latin typeface="Arial"/>
                        </a:defRPr>
                      </a:lvl3pPr>
                      <a:lvl4pPr marL="1485854" algn="l" defTabSz="495285" rtl="0" eaLnBrk="1" latinLnBrk="1" hangingPunct="1">
                        <a:defRPr sz="1950" kern="1200">
                          <a:solidFill>
                            <a:schemeClr val="tx1"/>
                          </a:solidFill>
                          <a:latin typeface="Arial"/>
                        </a:defRPr>
                      </a:lvl4pPr>
                      <a:lvl5pPr marL="1981139" algn="l" defTabSz="495285" rtl="0" eaLnBrk="1" latinLnBrk="1" hangingPunct="1">
                        <a:defRPr sz="1950" kern="1200">
                          <a:solidFill>
                            <a:schemeClr val="tx1"/>
                          </a:solidFill>
                          <a:latin typeface="Arial"/>
                        </a:defRPr>
                      </a:lvl5pPr>
                      <a:lvl6pPr marL="2476424" algn="l" defTabSz="495285" rtl="0" eaLnBrk="1" latinLnBrk="1" hangingPunct="1">
                        <a:defRPr sz="1950" kern="1200">
                          <a:solidFill>
                            <a:schemeClr val="tx1"/>
                          </a:solidFill>
                          <a:latin typeface="Arial"/>
                        </a:defRPr>
                      </a:lvl6pPr>
                      <a:lvl7pPr marL="2971709" algn="l" defTabSz="495285" rtl="0" eaLnBrk="1" latinLnBrk="1" hangingPunct="1">
                        <a:defRPr sz="1950" kern="1200">
                          <a:solidFill>
                            <a:schemeClr val="tx1"/>
                          </a:solidFill>
                          <a:latin typeface="Arial"/>
                        </a:defRPr>
                      </a:lvl7pPr>
                      <a:lvl8pPr marL="3466993" algn="l" defTabSz="495285" rtl="0" eaLnBrk="1" latinLnBrk="1" hangingPunct="1">
                        <a:defRPr sz="1950" kern="1200">
                          <a:solidFill>
                            <a:schemeClr val="tx1"/>
                          </a:solidFill>
                          <a:latin typeface="Arial"/>
                        </a:defRPr>
                      </a:lvl8pPr>
                      <a:lvl9pPr marL="3962278" algn="l" defTabSz="495285" rtl="0" eaLnBrk="1" latinLnBrk="1" hangingPunct="1">
                        <a:defRPr sz="1950" kern="1200">
                          <a:solidFill>
                            <a:schemeClr val="tx1"/>
                          </a:solidFill>
                          <a:latin typeface="Arial"/>
                        </a:defRPr>
                      </a:lvl9pPr>
                    </a:lstStyle>
                    <a:p>
                      <a:pPr marL="0" marR="0" lvl="0" indent="0" algn="l" defTabSz="762000" rtl="0" eaLnBrk="1" fontAlgn="base" latinLnBrk="0" hangingPunct="1">
                        <a:lnSpc>
                          <a:spcPct val="100000"/>
                        </a:lnSpc>
                        <a:spcBef>
                          <a:spcPct val="40000"/>
                        </a:spcBef>
                        <a:spcAft>
                          <a:spcPct val="0"/>
                        </a:spcAft>
                        <a:buClrTx/>
                        <a:buSzTx/>
                        <a:buFontTx/>
                        <a:buNone/>
                        <a:tabLst/>
                      </a:pPr>
                      <a:endParaRPr lang="en-US" altLang="ko-KR" sz="1200" b="1" kern="0" spc="-50" dirty="0">
                        <a:ln>
                          <a:solidFill>
                            <a:srgbClr val="000000">
                              <a:alpha val="0"/>
                            </a:srgbClr>
                          </a:solidFill>
                        </a:ln>
                        <a:solidFill>
                          <a:srgbClr val="00338D"/>
                        </a:solidFill>
                        <a:latin typeface="맑은 고딕" panose="020B0503020000020004" pitchFamily="50" charset="-127"/>
                        <a:ea typeface="맑은 고딕" pitchFamily="50" charset="-127"/>
                        <a:cs typeface="+mn-cs"/>
                      </a:endParaRPr>
                    </a:p>
                  </a:txBody>
                  <a:tcPr marL="72000" marR="72000" marT="72000" marB="72000" horzOverflow="overflow">
                    <a:lnL>
                      <a:noFill/>
                    </a:lnL>
                    <a:lnR>
                      <a:noFill/>
                    </a:lnR>
                    <a:lnT>
                      <a:noFill/>
                    </a:lnT>
                    <a:lnB>
                      <a:noFill/>
                    </a:lnB>
                    <a:lnTlToBr>
                      <a:noFill/>
                    </a:lnTlToBr>
                    <a:lnBlToTr>
                      <a:noFill/>
                    </a:lnBlToTr>
                    <a:noFill/>
                  </a:tcPr>
                </a:tc>
                <a:tc>
                  <a:txBody>
                    <a:bodyPr/>
                    <a:lstStyle>
                      <a:lvl1pPr marL="0" algn="l" defTabSz="495285" rtl="0" eaLnBrk="1" latinLnBrk="1" hangingPunct="1">
                        <a:defRPr sz="1950" kern="1200">
                          <a:solidFill>
                            <a:schemeClr val="tx1"/>
                          </a:solidFill>
                          <a:latin typeface="Arial"/>
                        </a:defRPr>
                      </a:lvl1pPr>
                      <a:lvl2pPr marL="495285" algn="l" defTabSz="495285" rtl="0" eaLnBrk="1" latinLnBrk="1" hangingPunct="1">
                        <a:defRPr sz="1950" kern="1200">
                          <a:solidFill>
                            <a:schemeClr val="tx1"/>
                          </a:solidFill>
                          <a:latin typeface="Arial"/>
                        </a:defRPr>
                      </a:lvl2pPr>
                      <a:lvl3pPr marL="990570" algn="l" defTabSz="495285" rtl="0" eaLnBrk="1" latinLnBrk="1" hangingPunct="1">
                        <a:defRPr sz="1950" kern="1200">
                          <a:solidFill>
                            <a:schemeClr val="tx1"/>
                          </a:solidFill>
                          <a:latin typeface="Arial"/>
                        </a:defRPr>
                      </a:lvl3pPr>
                      <a:lvl4pPr marL="1485854" algn="l" defTabSz="495285" rtl="0" eaLnBrk="1" latinLnBrk="1" hangingPunct="1">
                        <a:defRPr sz="1950" kern="1200">
                          <a:solidFill>
                            <a:schemeClr val="tx1"/>
                          </a:solidFill>
                          <a:latin typeface="Arial"/>
                        </a:defRPr>
                      </a:lvl4pPr>
                      <a:lvl5pPr marL="1981139" algn="l" defTabSz="495285" rtl="0" eaLnBrk="1" latinLnBrk="1" hangingPunct="1">
                        <a:defRPr sz="1950" kern="1200">
                          <a:solidFill>
                            <a:schemeClr val="tx1"/>
                          </a:solidFill>
                          <a:latin typeface="Arial"/>
                        </a:defRPr>
                      </a:lvl5pPr>
                      <a:lvl6pPr marL="2476424" algn="l" defTabSz="495285" rtl="0" eaLnBrk="1" latinLnBrk="1" hangingPunct="1">
                        <a:defRPr sz="1950" kern="1200">
                          <a:solidFill>
                            <a:schemeClr val="tx1"/>
                          </a:solidFill>
                          <a:latin typeface="Arial"/>
                        </a:defRPr>
                      </a:lvl6pPr>
                      <a:lvl7pPr marL="2971709" algn="l" defTabSz="495285" rtl="0" eaLnBrk="1" latinLnBrk="1" hangingPunct="1">
                        <a:defRPr sz="1950" kern="1200">
                          <a:solidFill>
                            <a:schemeClr val="tx1"/>
                          </a:solidFill>
                          <a:latin typeface="Arial"/>
                        </a:defRPr>
                      </a:lvl7pPr>
                      <a:lvl8pPr marL="3466993" algn="l" defTabSz="495285" rtl="0" eaLnBrk="1" latinLnBrk="1" hangingPunct="1">
                        <a:defRPr sz="1950" kern="1200">
                          <a:solidFill>
                            <a:schemeClr val="tx1"/>
                          </a:solidFill>
                          <a:latin typeface="Arial"/>
                        </a:defRPr>
                      </a:lvl8pPr>
                      <a:lvl9pPr marL="3962278" algn="l" defTabSz="495285" rtl="0" eaLnBrk="1" latinLnBrk="1" hangingPunct="1">
                        <a:defRPr sz="1950" kern="1200">
                          <a:solidFill>
                            <a:schemeClr val="tx1"/>
                          </a:solidFill>
                          <a:latin typeface="Arial"/>
                        </a:defRPr>
                      </a:lvl9pPr>
                    </a:lstStyle>
                    <a:p>
                      <a:pPr marL="0" marR="0" lvl="0" indent="0" algn="l" defTabSz="762000" rtl="0" eaLnBrk="1" fontAlgn="base" latinLnBrk="0" hangingPunct="1">
                        <a:lnSpc>
                          <a:spcPct val="100000"/>
                        </a:lnSpc>
                        <a:spcBef>
                          <a:spcPct val="40000"/>
                        </a:spcBef>
                        <a:spcAft>
                          <a:spcPct val="0"/>
                        </a:spcAft>
                        <a:buClrTx/>
                        <a:buSzTx/>
                        <a:buFontTx/>
                        <a:buNone/>
                        <a:tabLst/>
                      </a:pPr>
                      <a:r>
                        <a:rPr lang="en-GB" altLang="ko-KR" sz="1200" b="1" kern="0" spc="-50" dirty="0">
                          <a:ln>
                            <a:solidFill>
                              <a:srgbClr val="000000">
                                <a:alpha val="0"/>
                              </a:srgbClr>
                            </a:solidFill>
                          </a:ln>
                          <a:solidFill>
                            <a:srgbClr val="00338D"/>
                          </a:solidFill>
                          <a:latin typeface="맑은 고딕" panose="020B0503020000020004" pitchFamily="50" charset="-127"/>
                          <a:ea typeface="맑은 고딕" pitchFamily="50" charset="-127"/>
                          <a:cs typeface="+mn-cs"/>
                        </a:rPr>
                        <a:t>Page</a:t>
                      </a:r>
                    </a:p>
                  </a:txBody>
                  <a:tcPr marL="72000" marR="72000" marT="72000" marB="72000" horzOverflow="overflow">
                    <a:lnL>
                      <a:noFill/>
                    </a:lnL>
                    <a:lnR>
                      <a:noFill/>
                    </a:lnR>
                    <a:lnT>
                      <a:noFill/>
                    </a:lnT>
                    <a:lnB>
                      <a:noFill/>
                    </a:lnB>
                    <a:lnTlToBr>
                      <a:noFill/>
                    </a:lnTlToBr>
                    <a:lnBlToTr>
                      <a:noFill/>
                    </a:lnBlToTr>
                    <a:noFill/>
                  </a:tcPr>
                </a:tc>
                <a:extLst>
                  <a:ext uri="{0D108BD9-81ED-4DB2-BD59-A6C34878D82A}">
                    <a16:rowId xmlns:a16="http://schemas.microsoft.com/office/drawing/2014/main" val="10000"/>
                  </a:ext>
                </a:extLst>
              </a:tr>
              <a:tr h="259200">
                <a:tc>
                  <a:txBody>
                    <a:bodyPr/>
                    <a:lstStyle>
                      <a:lvl1pPr marL="0" algn="l" defTabSz="495285" rtl="0" eaLnBrk="1" latinLnBrk="1" hangingPunct="1">
                        <a:defRPr sz="1950" kern="1200">
                          <a:solidFill>
                            <a:schemeClr val="tx1"/>
                          </a:solidFill>
                          <a:latin typeface="Arial"/>
                        </a:defRPr>
                      </a:lvl1pPr>
                      <a:lvl2pPr marL="495285" algn="l" defTabSz="495285" rtl="0" eaLnBrk="1" latinLnBrk="1" hangingPunct="1">
                        <a:defRPr sz="1950" kern="1200">
                          <a:solidFill>
                            <a:schemeClr val="tx1"/>
                          </a:solidFill>
                          <a:latin typeface="Arial"/>
                        </a:defRPr>
                      </a:lvl2pPr>
                      <a:lvl3pPr marL="990570" algn="l" defTabSz="495285" rtl="0" eaLnBrk="1" latinLnBrk="1" hangingPunct="1">
                        <a:defRPr sz="1950" kern="1200">
                          <a:solidFill>
                            <a:schemeClr val="tx1"/>
                          </a:solidFill>
                          <a:latin typeface="Arial"/>
                        </a:defRPr>
                      </a:lvl3pPr>
                      <a:lvl4pPr marL="1485854" algn="l" defTabSz="495285" rtl="0" eaLnBrk="1" latinLnBrk="1" hangingPunct="1">
                        <a:defRPr sz="1950" kern="1200">
                          <a:solidFill>
                            <a:schemeClr val="tx1"/>
                          </a:solidFill>
                          <a:latin typeface="Arial"/>
                        </a:defRPr>
                      </a:lvl4pPr>
                      <a:lvl5pPr marL="1981139" algn="l" defTabSz="495285" rtl="0" eaLnBrk="1" latinLnBrk="1" hangingPunct="1">
                        <a:defRPr sz="1950" kern="1200">
                          <a:solidFill>
                            <a:schemeClr val="tx1"/>
                          </a:solidFill>
                          <a:latin typeface="Arial"/>
                        </a:defRPr>
                      </a:lvl5pPr>
                      <a:lvl6pPr marL="2476424" algn="l" defTabSz="495285" rtl="0" eaLnBrk="1" latinLnBrk="1" hangingPunct="1">
                        <a:defRPr sz="1950" kern="1200">
                          <a:solidFill>
                            <a:schemeClr val="tx1"/>
                          </a:solidFill>
                          <a:latin typeface="Arial"/>
                        </a:defRPr>
                      </a:lvl6pPr>
                      <a:lvl7pPr marL="2971709" algn="l" defTabSz="495285" rtl="0" eaLnBrk="1" latinLnBrk="1" hangingPunct="1">
                        <a:defRPr sz="1950" kern="1200">
                          <a:solidFill>
                            <a:schemeClr val="tx1"/>
                          </a:solidFill>
                          <a:latin typeface="Arial"/>
                        </a:defRPr>
                      </a:lvl7pPr>
                      <a:lvl8pPr marL="3466993" algn="l" defTabSz="495285" rtl="0" eaLnBrk="1" latinLnBrk="1" hangingPunct="1">
                        <a:defRPr sz="1950" kern="1200">
                          <a:solidFill>
                            <a:schemeClr val="tx1"/>
                          </a:solidFill>
                          <a:latin typeface="Arial"/>
                        </a:defRPr>
                      </a:lvl8pPr>
                      <a:lvl9pPr marL="3962278" algn="l" defTabSz="495285" rtl="0" eaLnBrk="1" latinLnBrk="1" hangingPunct="1">
                        <a:defRPr sz="1950" kern="1200">
                          <a:solidFill>
                            <a:schemeClr val="tx1"/>
                          </a:solidFill>
                          <a:latin typeface="Arial"/>
                        </a:defRPr>
                      </a:lvl9pPr>
                    </a:lstStyle>
                    <a:p>
                      <a:pPr marL="285750" marR="0" lvl="0" indent="-180000" algn="l" defTabSz="914400" rtl="0" eaLnBrk="1" fontAlgn="base" latinLnBrk="0" hangingPunct="1">
                        <a:lnSpc>
                          <a:spcPct val="110000"/>
                        </a:lnSpc>
                        <a:spcBef>
                          <a:spcPts val="600"/>
                        </a:spcBef>
                        <a:spcAft>
                          <a:spcPct val="0"/>
                        </a:spcAft>
                        <a:buClrTx/>
                        <a:buSzTx/>
                        <a:buFont typeface="+mj-lt"/>
                        <a:buAutoNum type="romanUcPeriod"/>
                        <a:tabLst/>
                      </a:pPr>
                      <a:r>
                        <a:rPr kumimoji="0" lang="en-GB" altLang="ko-KR" sz="1200" b="1" i="0" u="none" strike="noStrike" cap="none" normalizeH="0" baseline="0" dirty="0">
                          <a:ln>
                            <a:noFill/>
                          </a:ln>
                          <a:solidFill>
                            <a:schemeClr val="tx2"/>
                          </a:solidFill>
                          <a:effectLst/>
                          <a:latin typeface="맑은 고딕" pitchFamily="50" charset="-127"/>
                          <a:ea typeface="맑은 고딕" pitchFamily="50" charset="-127"/>
                        </a:rPr>
                        <a:t>  </a:t>
                      </a:r>
                      <a:r>
                        <a:rPr lang="en-GB" altLang="ko-KR" sz="1200" b="1" kern="0" spc="-50" dirty="0">
                          <a:ln>
                            <a:solidFill>
                              <a:srgbClr val="000000">
                                <a:alpha val="0"/>
                              </a:srgbClr>
                            </a:solidFill>
                          </a:ln>
                          <a:solidFill>
                            <a:srgbClr val="00338D"/>
                          </a:solidFill>
                          <a:latin typeface="맑은 고딕" panose="020B0503020000020004" pitchFamily="50" charset="-127"/>
                          <a:ea typeface="맑은 고딕" pitchFamily="50" charset="-127"/>
                          <a:cs typeface="+mn-cs"/>
                        </a:rPr>
                        <a:t>FTA </a:t>
                      </a:r>
                      <a:r>
                        <a:rPr lang="ko-KR" altLang="en-US" sz="1200" b="1"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원산지 판정 현황</a:t>
                      </a:r>
                      <a:endParaRPr lang="en-GB" altLang="ko-KR" sz="1200" b="1" kern="0" spc="-50" dirty="0">
                        <a:ln>
                          <a:solidFill>
                            <a:srgbClr val="000000">
                              <a:alpha val="0"/>
                            </a:srgbClr>
                          </a:solidFill>
                        </a:ln>
                        <a:solidFill>
                          <a:srgbClr val="00338D"/>
                        </a:solidFill>
                        <a:latin typeface="맑은 고딕" panose="020B0503020000020004" pitchFamily="50" charset="-127"/>
                        <a:ea typeface="맑은 고딕" pitchFamily="50" charset="-127"/>
                        <a:cs typeface="+mn-cs"/>
                      </a:endParaRPr>
                    </a:p>
                  </a:txBody>
                  <a:tcPr marL="45720" marR="45720" horzOverflow="overflow">
                    <a:lnL>
                      <a:noFill/>
                    </a:lnL>
                    <a:lnR w="12700" cap="flat" cmpd="sng" algn="ctr">
                      <a:noFill/>
                      <a:prstDash val="solid"/>
                      <a:round/>
                      <a:headEnd type="none" w="med" len="med"/>
                      <a:tailEnd type="none" w="med" len="med"/>
                    </a:lnR>
                    <a:lnT>
                      <a:noFill/>
                    </a:lnT>
                    <a:lnB>
                      <a:noFill/>
                    </a:lnB>
                    <a:lnTlToBr>
                      <a:noFill/>
                    </a:lnTlToBr>
                    <a:lnBlToTr>
                      <a:noFill/>
                    </a:lnBlToTr>
                    <a:noFill/>
                  </a:tcPr>
                </a:tc>
                <a:tc>
                  <a:txBody>
                    <a:bodyPr/>
                    <a:lstStyle>
                      <a:lvl1pPr marL="0" algn="l" defTabSz="495285" rtl="0" eaLnBrk="1" latinLnBrk="1" hangingPunct="1">
                        <a:defRPr sz="1950" kern="1200">
                          <a:solidFill>
                            <a:schemeClr val="tx1"/>
                          </a:solidFill>
                          <a:latin typeface="Arial"/>
                        </a:defRPr>
                      </a:lvl1pPr>
                      <a:lvl2pPr marL="495285" algn="l" defTabSz="495285" rtl="0" eaLnBrk="1" latinLnBrk="1" hangingPunct="1">
                        <a:defRPr sz="1950" kern="1200">
                          <a:solidFill>
                            <a:schemeClr val="tx1"/>
                          </a:solidFill>
                          <a:latin typeface="Arial"/>
                        </a:defRPr>
                      </a:lvl2pPr>
                      <a:lvl3pPr marL="990570" algn="l" defTabSz="495285" rtl="0" eaLnBrk="1" latinLnBrk="1" hangingPunct="1">
                        <a:defRPr sz="1950" kern="1200">
                          <a:solidFill>
                            <a:schemeClr val="tx1"/>
                          </a:solidFill>
                          <a:latin typeface="Arial"/>
                        </a:defRPr>
                      </a:lvl3pPr>
                      <a:lvl4pPr marL="1485854" algn="l" defTabSz="495285" rtl="0" eaLnBrk="1" latinLnBrk="1" hangingPunct="1">
                        <a:defRPr sz="1950" kern="1200">
                          <a:solidFill>
                            <a:schemeClr val="tx1"/>
                          </a:solidFill>
                          <a:latin typeface="Arial"/>
                        </a:defRPr>
                      </a:lvl4pPr>
                      <a:lvl5pPr marL="1981139" algn="l" defTabSz="495285" rtl="0" eaLnBrk="1" latinLnBrk="1" hangingPunct="1">
                        <a:defRPr sz="1950" kern="1200">
                          <a:solidFill>
                            <a:schemeClr val="tx1"/>
                          </a:solidFill>
                          <a:latin typeface="Arial"/>
                        </a:defRPr>
                      </a:lvl5pPr>
                      <a:lvl6pPr marL="2476424" algn="l" defTabSz="495285" rtl="0" eaLnBrk="1" latinLnBrk="1" hangingPunct="1">
                        <a:defRPr sz="1950" kern="1200">
                          <a:solidFill>
                            <a:schemeClr val="tx1"/>
                          </a:solidFill>
                          <a:latin typeface="Arial"/>
                        </a:defRPr>
                      </a:lvl6pPr>
                      <a:lvl7pPr marL="2971709" algn="l" defTabSz="495285" rtl="0" eaLnBrk="1" latinLnBrk="1" hangingPunct="1">
                        <a:defRPr sz="1950" kern="1200">
                          <a:solidFill>
                            <a:schemeClr val="tx1"/>
                          </a:solidFill>
                          <a:latin typeface="Arial"/>
                        </a:defRPr>
                      </a:lvl7pPr>
                      <a:lvl8pPr marL="3466993" algn="l" defTabSz="495285" rtl="0" eaLnBrk="1" latinLnBrk="1" hangingPunct="1">
                        <a:defRPr sz="1950" kern="1200">
                          <a:solidFill>
                            <a:schemeClr val="tx1"/>
                          </a:solidFill>
                          <a:latin typeface="Arial"/>
                        </a:defRPr>
                      </a:lvl8pPr>
                      <a:lvl9pPr marL="3962278" algn="l" defTabSz="495285" rtl="0" eaLnBrk="1" latinLnBrk="1" hangingPunct="1">
                        <a:defRPr sz="1950" kern="1200">
                          <a:solidFill>
                            <a:schemeClr val="tx1"/>
                          </a:solidFill>
                          <a:latin typeface="Arial"/>
                        </a:defRPr>
                      </a:lvl9pPr>
                    </a:lstStyle>
                    <a:p>
                      <a:pPr marL="187325" marR="0" lvl="1" indent="-185738" algn="r" defTabSz="762000" rtl="0" eaLnBrk="1" fontAlgn="base" latinLnBrk="0" hangingPunct="1">
                        <a:lnSpc>
                          <a:spcPct val="110000"/>
                        </a:lnSpc>
                        <a:spcBef>
                          <a:spcPct val="40000"/>
                        </a:spcBef>
                        <a:spcAft>
                          <a:spcPct val="0"/>
                        </a:spcAft>
                        <a:buClr>
                          <a:schemeClr val="tx2"/>
                        </a:buClr>
                        <a:buSzPct val="85000"/>
                        <a:buFont typeface="Wingdings" pitchFamily="2" charset="2"/>
                        <a:buNone/>
                        <a:tabLst/>
                      </a:pPr>
                      <a:endParaRPr kumimoji="0" lang="en-GB" altLang="ko-KR" sz="1200" b="1" i="0" u="none" strike="noStrike" kern="1200" cap="none" normalizeH="0" baseline="0" dirty="0">
                        <a:ln>
                          <a:noFill/>
                        </a:ln>
                        <a:solidFill>
                          <a:schemeClr val="tx2"/>
                        </a:solidFill>
                        <a:effectLst/>
                        <a:latin typeface="맑은 고딕" panose="020B0503020000020004" pitchFamily="50" charset="-127"/>
                        <a:ea typeface="맑은 고딕" panose="020B0503020000020004" pitchFamily="50" charset="-127"/>
                        <a:cs typeface="+mn-cs"/>
                      </a:endParaRPr>
                    </a:p>
                  </a:txBody>
                  <a:tcPr marL="45720" marR="288000" horzOverflow="overflow">
                    <a:lnL w="12700" cap="flat" cmpd="sng" algn="ctr">
                      <a:noFill/>
                      <a:prstDash val="solid"/>
                      <a:round/>
                      <a:headEnd type="none" w="med" len="med"/>
                      <a:tailEnd type="none" w="med" len="med"/>
                    </a:lnL>
                    <a:lnR>
                      <a:noFill/>
                    </a:lnR>
                    <a:lnT>
                      <a:noFill/>
                    </a:lnT>
                    <a:lnB>
                      <a:noFill/>
                    </a:lnB>
                    <a:lnTlToBr>
                      <a:noFill/>
                    </a:lnTlToBr>
                    <a:lnBlToTr>
                      <a:noFill/>
                    </a:lnBlToTr>
                    <a:noFill/>
                  </a:tcPr>
                </a:tc>
                <a:extLst>
                  <a:ext uri="{0D108BD9-81ED-4DB2-BD59-A6C34878D82A}">
                    <a16:rowId xmlns:a16="http://schemas.microsoft.com/office/drawing/2014/main" val="10001"/>
                  </a:ext>
                </a:extLst>
              </a:tr>
              <a:tr h="234696">
                <a:tc>
                  <a:txBody>
                    <a:bodyPr/>
                    <a:lstStyle/>
                    <a:p>
                      <a:pPr marL="685800" marR="0" lvl="1" indent="-228600" algn="l" defTabSz="914400" rtl="0" eaLnBrk="1" fontAlgn="base" latinLnBrk="0" hangingPunct="1">
                        <a:lnSpc>
                          <a:spcPct val="110000"/>
                        </a:lnSpc>
                        <a:spcBef>
                          <a:spcPts val="600"/>
                        </a:spcBef>
                        <a:spcAft>
                          <a:spcPct val="0"/>
                        </a:spcAft>
                        <a:buClrTx/>
                        <a:buSzTx/>
                        <a:buFont typeface="+mj-lt"/>
                        <a:buAutoNum type="arabicPeriod"/>
                        <a:tabLst/>
                      </a:pPr>
                      <a:r>
                        <a:rPr lang="ko-KR" altLang="en-US" sz="1050" b="1" kern="0" spc="-50" dirty="0">
                          <a:ln>
                            <a:solidFill>
                              <a:srgbClr val="000000">
                                <a:alpha val="0"/>
                              </a:srgbClr>
                            </a:solidFill>
                          </a:ln>
                          <a:solidFill>
                            <a:srgbClr val="00338D"/>
                          </a:solidFill>
                          <a:latin typeface="맑은 고딕" panose="020B0503020000020004" pitchFamily="50" charset="-127"/>
                          <a:ea typeface="맑은 고딕" pitchFamily="50" charset="-127"/>
                          <a:cs typeface="+mn-cs"/>
                        </a:rPr>
                        <a:t>원산지 판정 및 </a:t>
                      </a:r>
                      <a:r>
                        <a:rPr lang="ko-KR" altLang="en-US" sz="1050" b="1" kern="0" spc="-50" dirty="0" err="1">
                          <a:ln>
                            <a:solidFill>
                              <a:srgbClr val="000000">
                                <a:alpha val="0"/>
                              </a:srgbClr>
                            </a:solidFill>
                          </a:ln>
                          <a:solidFill>
                            <a:srgbClr val="00338D"/>
                          </a:solidFill>
                          <a:latin typeface="맑은 고딕" panose="020B0503020000020004" pitchFamily="50" charset="-127"/>
                          <a:ea typeface="맑은 고딕" pitchFamily="50" charset="-127"/>
                          <a:cs typeface="+mn-cs"/>
                        </a:rPr>
                        <a:t>비역내산</a:t>
                      </a:r>
                      <a:r>
                        <a:rPr lang="ko-KR" altLang="en-US" sz="1050" b="1" kern="0" spc="-50" dirty="0">
                          <a:ln>
                            <a:solidFill>
                              <a:srgbClr val="000000">
                                <a:alpha val="0"/>
                              </a:srgbClr>
                            </a:solidFill>
                          </a:ln>
                          <a:solidFill>
                            <a:srgbClr val="00338D"/>
                          </a:solidFill>
                          <a:latin typeface="맑은 고딕" panose="020B0503020000020004" pitchFamily="50" charset="-127"/>
                          <a:ea typeface="맑은 고딕" pitchFamily="50" charset="-127"/>
                          <a:cs typeface="+mn-cs"/>
                        </a:rPr>
                        <a:t> 판정 상세</a:t>
                      </a:r>
                      <a:endParaRPr lang="en-GB" altLang="ko-KR" sz="1050" b="1" kern="0" spc="-50" dirty="0">
                        <a:ln>
                          <a:solidFill>
                            <a:srgbClr val="000000">
                              <a:alpha val="0"/>
                            </a:srgbClr>
                          </a:solidFill>
                        </a:ln>
                        <a:solidFill>
                          <a:srgbClr val="00338D"/>
                        </a:solidFill>
                        <a:latin typeface="맑은 고딕" panose="020B0503020000020004" pitchFamily="50" charset="-127"/>
                        <a:ea typeface="맑은 고딕" pitchFamily="50" charset="-127"/>
                        <a:cs typeface="+mn-cs"/>
                      </a:endParaRPr>
                    </a:p>
                  </a:txBody>
                  <a:tcPr marL="45720" marR="45720" anchor="ctr" horzOverflow="overflow">
                    <a:lnL>
                      <a:noFill/>
                    </a:lnL>
                    <a:lnR w="12700" cap="flat" cmpd="sng" algn="ctr">
                      <a:noFill/>
                      <a:prstDash val="solid"/>
                      <a:round/>
                      <a:headEnd type="none" w="med" len="med"/>
                      <a:tailEnd type="none" w="med" len="med"/>
                    </a:lnR>
                    <a:lnT>
                      <a:noFill/>
                    </a:lnT>
                    <a:lnB>
                      <a:noFill/>
                    </a:lnB>
                    <a:lnTlToBr>
                      <a:noFill/>
                    </a:lnTlToBr>
                    <a:lnBlToTr>
                      <a:noFill/>
                    </a:lnBlToTr>
                    <a:noFill/>
                  </a:tcPr>
                </a:tc>
                <a:tc>
                  <a:txBody>
                    <a:bodyPr/>
                    <a:lstStyle/>
                    <a:p>
                      <a:pPr marL="187325" marR="0" lvl="1" indent="-185738" algn="ctr" defTabSz="762000" rtl="0" eaLnBrk="1" fontAlgn="base" latinLnBrk="0" hangingPunct="1">
                        <a:lnSpc>
                          <a:spcPct val="110000"/>
                        </a:lnSpc>
                        <a:spcBef>
                          <a:spcPct val="40000"/>
                        </a:spcBef>
                        <a:spcAft>
                          <a:spcPct val="0"/>
                        </a:spcAft>
                        <a:buClr>
                          <a:schemeClr val="tx2"/>
                        </a:buClr>
                        <a:buSzPct val="85000"/>
                        <a:buFont typeface="Wingdings" pitchFamily="2" charset="2"/>
                        <a:buNone/>
                        <a:tabLst/>
                      </a:pPr>
                      <a:r>
                        <a:rPr lang="en-GB" altLang="ko-KR" sz="1050" b="1" kern="0" spc="-50" dirty="0">
                          <a:ln>
                            <a:solidFill>
                              <a:srgbClr val="000000">
                                <a:alpha val="0"/>
                              </a:srgbClr>
                            </a:solidFill>
                          </a:ln>
                          <a:solidFill>
                            <a:srgbClr val="00338D"/>
                          </a:solidFill>
                          <a:latin typeface="맑은 고딕" panose="020B0503020000020004" pitchFamily="50" charset="-127"/>
                          <a:ea typeface="맑은 고딕" pitchFamily="50" charset="-127"/>
                          <a:cs typeface="+mn-cs"/>
                        </a:rPr>
                        <a:t> 3</a:t>
                      </a:r>
                    </a:p>
                  </a:txBody>
                  <a:tcPr marL="45720" marR="288000" anchor="ctr" horzOverflow="overflow">
                    <a:lnL w="12700" cap="flat" cmpd="sng" algn="ctr">
                      <a:noFill/>
                      <a:prstDash val="solid"/>
                      <a:round/>
                      <a:headEnd type="none" w="med" len="med"/>
                      <a:tailEnd type="none" w="med" len="med"/>
                    </a:lnL>
                    <a:lnR>
                      <a:noFill/>
                    </a:lnR>
                    <a:lnT>
                      <a:noFill/>
                    </a:lnT>
                    <a:lnB>
                      <a:noFill/>
                    </a:lnB>
                    <a:lnTlToBr>
                      <a:noFill/>
                    </a:lnTlToBr>
                    <a:lnBlToTr>
                      <a:noFill/>
                    </a:lnBlToTr>
                    <a:noFill/>
                  </a:tcPr>
                </a:tc>
                <a:extLst>
                  <a:ext uri="{0D108BD9-81ED-4DB2-BD59-A6C34878D82A}">
                    <a16:rowId xmlns:a16="http://schemas.microsoft.com/office/drawing/2014/main" val="10002"/>
                  </a:ext>
                </a:extLst>
              </a:tr>
              <a:tr h="244348">
                <a:tc>
                  <a:txBody>
                    <a:bodyPr/>
                    <a:lstStyle/>
                    <a:p>
                      <a:pPr marL="685800" marR="0" lvl="1" indent="-228600" algn="l" defTabSz="914400" rtl="0" eaLnBrk="1" fontAlgn="base" latinLnBrk="0" hangingPunct="1">
                        <a:lnSpc>
                          <a:spcPct val="110000"/>
                        </a:lnSpc>
                        <a:spcBef>
                          <a:spcPts val="600"/>
                        </a:spcBef>
                        <a:spcAft>
                          <a:spcPct val="0"/>
                        </a:spcAft>
                        <a:buClrTx/>
                        <a:buSzTx/>
                        <a:buFont typeface="+mj-lt"/>
                        <a:buAutoNum type="arabicPeriod" startAt="2"/>
                        <a:tabLst/>
                        <a:defRPr/>
                      </a:pPr>
                      <a:r>
                        <a:rPr lang="ko-KR" altLang="en-US" sz="1050" b="1" kern="0" spc="-50" dirty="0">
                          <a:ln>
                            <a:solidFill>
                              <a:srgbClr val="000000">
                                <a:alpha val="0"/>
                              </a:srgbClr>
                            </a:solidFill>
                          </a:ln>
                          <a:solidFill>
                            <a:srgbClr val="00338D"/>
                          </a:solidFill>
                          <a:latin typeface="맑은 고딕" panose="020B0503020000020004" pitchFamily="50" charset="-127"/>
                          <a:ea typeface="맑은 고딕" pitchFamily="50" charset="-127"/>
                          <a:cs typeface="+mn-cs"/>
                        </a:rPr>
                        <a:t>원산지 판정 에러 현황</a:t>
                      </a:r>
                      <a:endParaRPr lang="en-US" altLang="ko-KR" sz="1050" b="1" kern="0" spc="-50" dirty="0">
                        <a:ln>
                          <a:solidFill>
                            <a:srgbClr val="000000">
                              <a:alpha val="0"/>
                            </a:srgbClr>
                          </a:solidFill>
                        </a:ln>
                        <a:solidFill>
                          <a:srgbClr val="00338D"/>
                        </a:solidFill>
                        <a:latin typeface="맑은 고딕" panose="020B0503020000020004" pitchFamily="50" charset="-127"/>
                        <a:ea typeface="맑은 고딕" pitchFamily="50" charset="-127"/>
                        <a:cs typeface="+mn-cs"/>
                      </a:endParaRPr>
                    </a:p>
                  </a:txBody>
                  <a:tcPr marL="45720" marR="45720" horzOverflow="overflow">
                    <a:lnL>
                      <a:noFill/>
                    </a:lnL>
                    <a:lnR w="12700" cap="flat" cmpd="sng" algn="ctr">
                      <a:noFill/>
                      <a:prstDash val="solid"/>
                      <a:round/>
                      <a:headEnd type="none" w="med" len="med"/>
                      <a:tailEnd type="none" w="med" len="med"/>
                    </a:lnR>
                    <a:lnT>
                      <a:noFill/>
                    </a:lnT>
                    <a:lnB>
                      <a:noFill/>
                    </a:lnB>
                    <a:lnTlToBr>
                      <a:noFill/>
                    </a:lnTlToBr>
                    <a:lnBlToTr>
                      <a:noFill/>
                    </a:lnBlToTr>
                    <a:noFill/>
                  </a:tcPr>
                </a:tc>
                <a:tc>
                  <a:txBody>
                    <a:bodyPr/>
                    <a:lstStyle/>
                    <a:p>
                      <a:pPr marL="187325" marR="0" lvl="1" indent="-185738" algn="ctr" defTabSz="762000" rtl="0" eaLnBrk="1" fontAlgn="base" latinLnBrk="0" hangingPunct="1">
                        <a:lnSpc>
                          <a:spcPct val="110000"/>
                        </a:lnSpc>
                        <a:spcBef>
                          <a:spcPct val="40000"/>
                        </a:spcBef>
                        <a:spcAft>
                          <a:spcPct val="0"/>
                        </a:spcAft>
                        <a:buClr>
                          <a:schemeClr val="tx2"/>
                        </a:buClr>
                        <a:buSzPct val="85000"/>
                        <a:buFont typeface="Wingdings" pitchFamily="2" charset="2"/>
                        <a:buNone/>
                        <a:tabLst/>
                      </a:pPr>
                      <a:r>
                        <a:rPr lang="en-GB" altLang="ko-KR" sz="1050" b="1" kern="0" spc="-50" dirty="0">
                          <a:ln>
                            <a:solidFill>
                              <a:srgbClr val="000000">
                                <a:alpha val="0"/>
                              </a:srgbClr>
                            </a:solidFill>
                          </a:ln>
                          <a:solidFill>
                            <a:srgbClr val="00338D"/>
                          </a:solidFill>
                          <a:latin typeface="맑은 고딕" panose="020B0503020000020004" pitchFamily="50" charset="-127"/>
                          <a:ea typeface="맑은 고딕" pitchFamily="50" charset="-127"/>
                          <a:cs typeface="+mn-cs"/>
                        </a:rPr>
                        <a:t> 4</a:t>
                      </a:r>
                    </a:p>
                  </a:txBody>
                  <a:tcPr marL="45720" marR="288000" horzOverflow="overflow">
                    <a:lnL w="12700" cap="flat" cmpd="sng" algn="ctr">
                      <a:noFill/>
                      <a:prstDash val="solid"/>
                      <a:round/>
                      <a:headEnd type="none" w="med" len="med"/>
                      <a:tailEnd type="none" w="med" len="med"/>
                    </a:lnL>
                    <a:lnR>
                      <a:noFill/>
                    </a:lnR>
                    <a:lnT>
                      <a:noFill/>
                    </a:lnT>
                    <a:lnB>
                      <a:noFill/>
                    </a:lnB>
                    <a:lnTlToBr>
                      <a:noFill/>
                    </a:lnTlToBr>
                    <a:lnBlToTr>
                      <a:noFill/>
                    </a:lnBlToTr>
                    <a:noFill/>
                  </a:tcPr>
                </a:tc>
                <a:extLst>
                  <a:ext uri="{0D108BD9-81ED-4DB2-BD59-A6C34878D82A}">
                    <a16:rowId xmlns:a16="http://schemas.microsoft.com/office/drawing/2014/main" val="10003"/>
                  </a:ext>
                </a:extLst>
              </a:tr>
              <a:tr h="244348">
                <a:tc>
                  <a:txBody>
                    <a:bodyPr/>
                    <a:lstStyle/>
                    <a:p>
                      <a:pPr marL="685800" marR="0" lvl="1" indent="-228600" algn="l" defTabSz="914400" rtl="0" eaLnBrk="1" fontAlgn="base" latinLnBrk="0" hangingPunct="1">
                        <a:lnSpc>
                          <a:spcPct val="110000"/>
                        </a:lnSpc>
                        <a:spcBef>
                          <a:spcPts val="600"/>
                        </a:spcBef>
                        <a:spcAft>
                          <a:spcPct val="0"/>
                        </a:spcAft>
                        <a:buClrTx/>
                        <a:buSzTx/>
                        <a:buFont typeface="+mj-lt"/>
                        <a:buAutoNum type="arabicPeriod" startAt="3"/>
                        <a:tabLst/>
                        <a:defRPr/>
                      </a:pPr>
                      <a:r>
                        <a:rPr lang="ko-KR" altLang="en-US" sz="1050" b="1" kern="0" spc="-50" dirty="0">
                          <a:ln>
                            <a:solidFill>
                              <a:srgbClr val="000000">
                                <a:alpha val="0"/>
                              </a:srgbClr>
                            </a:solidFill>
                          </a:ln>
                          <a:solidFill>
                            <a:srgbClr val="00338D"/>
                          </a:solidFill>
                          <a:latin typeface="맑은 고딕" panose="020B0503020000020004" pitchFamily="50" charset="-127"/>
                          <a:ea typeface="맑은 고딕" pitchFamily="50" charset="-127"/>
                          <a:cs typeface="+mn-cs"/>
                        </a:rPr>
                        <a:t>협정별 원산지 판정 현황</a:t>
                      </a:r>
                      <a:endParaRPr lang="en-US" altLang="ko-KR" sz="1050" b="1" kern="0" spc="-50" dirty="0">
                        <a:ln>
                          <a:solidFill>
                            <a:srgbClr val="000000">
                              <a:alpha val="0"/>
                            </a:srgbClr>
                          </a:solidFill>
                        </a:ln>
                        <a:solidFill>
                          <a:srgbClr val="00338D"/>
                        </a:solidFill>
                        <a:latin typeface="맑은 고딕" panose="020B0503020000020004" pitchFamily="50" charset="-127"/>
                        <a:ea typeface="맑은 고딕" pitchFamily="50" charset="-127"/>
                        <a:cs typeface="+mn-cs"/>
                      </a:endParaRPr>
                    </a:p>
                  </a:txBody>
                  <a:tcPr marL="45720" marR="45720" horzOverflow="overflow">
                    <a:lnL>
                      <a:noFill/>
                    </a:lnL>
                    <a:lnR w="12700" cap="flat" cmpd="sng" algn="ctr">
                      <a:noFill/>
                      <a:prstDash val="solid"/>
                      <a:round/>
                      <a:headEnd type="none" w="med" len="med"/>
                      <a:tailEnd type="none" w="med" len="med"/>
                    </a:lnR>
                    <a:lnT>
                      <a:noFill/>
                    </a:lnT>
                    <a:lnB>
                      <a:noFill/>
                    </a:lnB>
                    <a:lnTlToBr>
                      <a:noFill/>
                    </a:lnTlToBr>
                    <a:lnBlToTr>
                      <a:noFill/>
                    </a:lnBlToTr>
                    <a:noFill/>
                  </a:tcPr>
                </a:tc>
                <a:tc>
                  <a:txBody>
                    <a:bodyPr/>
                    <a:lstStyle/>
                    <a:p>
                      <a:pPr marL="187325" marR="0" lvl="1" indent="-185738" algn="ctr" defTabSz="762000" rtl="0" eaLnBrk="1" fontAlgn="base" latinLnBrk="0" hangingPunct="1">
                        <a:lnSpc>
                          <a:spcPct val="110000"/>
                        </a:lnSpc>
                        <a:spcBef>
                          <a:spcPct val="40000"/>
                        </a:spcBef>
                        <a:spcAft>
                          <a:spcPct val="0"/>
                        </a:spcAft>
                        <a:buClr>
                          <a:schemeClr val="tx2"/>
                        </a:buClr>
                        <a:buSzPct val="85000"/>
                        <a:buFont typeface="Wingdings" pitchFamily="2" charset="2"/>
                        <a:buNone/>
                        <a:tabLst/>
                      </a:pPr>
                      <a:r>
                        <a:rPr lang="en-GB" altLang="ko-KR" sz="1050" b="1" kern="0" spc="-50" dirty="0">
                          <a:ln>
                            <a:solidFill>
                              <a:srgbClr val="000000">
                                <a:alpha val="0"/>
                              </a:srgbClr>
                            </a:solidFill>
                          </a:ln>
                          <a:solidFill>
                            <a:srgbClr val="00338D"/>
                          </a:solidFill>
                          <a:latin typeface="맑은 고딕" panose="020B0503020000020004" pitchFamily="50" charset="-127"/>
                          <a:ea typeface="맑은 고딕" pitchFamily="50" charset="-127"/>
                          <a:cs typeface="+mn-cs"/>
                        </a:rPr>
                        <a:t> 5</a:t>
                      </a:r>
                    </a:p>
                  </a:txBody>
                  <a:tcPr marL="45720" marR="288000" horzOverflow="overflow">
                    <a:lnL w="12700" cap="flat" cmpd="sng" algn="ctr">
                      <a:noFill/>
                      <a:prstDash val="solid"/>
                      <a:round/>
                      <a:headEnd type="none" w="med" len="med"/>
                      <a:tailEnd type="none" w="med" len="med"/>
                    </a:lnL>
                    <a:lnR>
                      <a:noFill/>
                    </a:lnR>
                    <a:lnT>
                      <a:noFill/>
                    </a:lnT>
                    <a:lnB>
                      <a:noFill/>
                    </a:lnB>
                    <a:lnTlToBr>
                      <a:noFill/>
                    </a:lnTlToBr>
                    <a:lnBlToTr>
                      <a:noFill/>
                    </a:lnBlToTr>
                    <a:noFill/>
                  </a:tcPr>
                </a:tc>
                <a:extLst>
                  <a:ext uri="{0D108BD9-81ED-4DB2-BD59-A6C34878D82A}">
                    <a16:rowId xmlns:a16="http://schemas.microsoft.com/office/drawing/2014/main" val="10004"/>
                  </a:ext>
                </a:extLst>
              </a:tr>
              <a:tr h="259200">
                <a:tc>
                  <a:txBody>
                    <a:bodyPr/>
                    <a:lstStyle/>
                    <a:p>
                      <a:pPr marL="182563" marR="0" lvl="1" indent="0" algn="l" defTabSz="914400" rtl="0" eaLnBrk="1" fontAlgn="base" latinLnBrk="0" hangingPunct="1">
                        <a:lnSpc>
                          <a:spcPct val="120000"/>
                        </a:lnSpc>
                        <a:spcBef>
                          <a:spcPts val="600"/>
                        </a:spcBef>
                        <a:spcAft>
                          <a:spcPct val="0"/>
                        </a:spcAft>
                        <a:buClrTx/>
                        <a:buSzTx/>
                        <a:buFont typeface="+mj-lt"/>
                        <a:buNone/>
                        <a:tabLst/>
                        <a:defRPr/>
                      </a:pPr>
                      <a:endParaRPr kumimoji="0" lang="en-US" altLang="ko-KR" sz="1200" b="1" i="0" u="none" strike="noStrike" kern="1200" cap="none" spc="0" normalizeH="0" baseline="0" noProof="0" dirty="0">
                        <a:ln>
                          <a:noFill/>
                        </a:ln>
                        <a:solidFill>
                          <a:srgbClr val="00338D"/>
                        </a:solidFill>
                        <a:effectLst/>
                        <a:uLnTx/>
                        <a:uFillTx/>
                        <a:latin typeface="맑은 고딕" panose="020B0503020000020004" pitchFamily="50" charset="-127"/>
                        <a:ea typeface="맑은 고딕" panose="020B0503020000020004" pitchFamily="50" charset="-127"/>
                        <a:cs typeface="Arial" panose="020B0604020202020204" pitchFamily="34" charset="0"/>
                      </a:endParaRPr>
                    </a:p>
                  </a:txBody>
                  <a:tcPr marL="45720" marR="45720" horzOverflow="overflow">
                    <a:lnL>
                      <a:noFill/>
                    </a:lnL>
                    <a:lnR w="12700" cap="flat" cmpd="sng" algn="ctr">
                      <a:noFill/>
                      <a:prstDash val="solid"/>
                      <a:round/>
                      <a:headEnd type="none" w="med" len="med"/>
                      <a:tailEnd type="none" w="med" len="med"/>
                    </a:lnR>
                    <a:lnT>
                      <a:noFill/>
                    </a:lnT>
                    <a:lnB>
                      <a:noFill/>
                    </a:lnB>
                    <a:lnTlToBr>
                      <a:noFill/>
                    </a:lnTlToBr>
                    <a:lnBlToTr>
                      <a:noFill/>
                    </a:lnBlToTr>
                    <a:noFill/>
                  </a:tcPr>
                </a:tc>
                <a:tc>
                  <a:txBody>
                    <a:bodyPr/>
                    <a:lstStyle/>
                    <a:p>
                      <a:pPr marL="187325" marR="0" lvl="1" indent="-185738" algn="ctr" defTabSz="762000" rtl="0" eaLnBrk="1" fontAlgn="base" latinLnBrk="0" hangingPunct="1">
                        <a:lnSpc>
                          <a:spcPct val="120000"/>
                        </a:lnSpc>
                        <a:spcBef>
                          <a:spcPts val="600"/>
                        </a:spcBef>
                        <a:spcAft>
                          <a:spcPct val="0"/>
                        </a:spcAft>
                        <a:buClr>
                          <a:schemeClr val="tx2"/>
                        </a:buClr>
                        <a:buSzPct val="85000"/>
                        <a:buFont typeface="Wingdings" pitchFamily="2" charset="2"/>
                        <a:buNone/>
                        <a:tabLst/>
                      </a:pPr>
                      <a:endParaRPr kumimoji="0" lang="en-GB" altLang="ko-KR" sz="1000" b="1" i="0" u="none" strike="noStrike" kern="1200" cap="none" normalizeH="0" baseline="0" dirty="0">
                        <a:ln>
                          <a:noFill/>
                        </a:ln>
                        <a:solidFill>
                          <a:schemeClr val="tx2"/>
                        </a:solidFill>
                        <a:effectLst/>
                        <a:latin typeface="맑은 고딕" panose="020B0503020000020004" pitchFamily="50" charset="-127"/>
                        <a:ea typeface="맑은 고딕" panose="020B0503020000020004" pitchFamily="50" charset="-127"/>
                        <a:cs typeface="+mn-cs"/>
                      </a:endParaRPr>
                    </a:p>
                  </a:txBody>
                  <a:tcPr marL="45720" marR="288000" horzOverflow="overflow">
                    <a:lnL w="12700" cap="flat" cmpd="sng" algn="ctr">
                      <a:noFill/>
                      <a:prstDash val="solid"/>
                      <a:round/>
                      <a:headEnd type="none" w="med" len="med"/>
                      <a:tailEnd type="none" w="med" len="med"/>
                    </a:lnL>
                    <a:lnR>
                      <a:noFill/>
                    </a:lnR>
                    <a:lnT>
                      <a:noFill/>
                    </a:lnT>
                    <a:lnB>
                      <a:noFill/>
                    </a:lnB>
                    <a:lnTlToBr>
                      <a:noFill/>
                    </a:lnTlToBr>
                    <a:lnBlToTr>
                      <a:noFill/>
                    </a:lnBlToTr>
                    <a:noFill/>
                  </a:tcPr>
                </a:tc>
                <a:extLst>
                  <a:ext uri="{0D108BD9-81ED-4DB2-BD59-A6C34878D82A}">
                    <a16:rowId xmlns:a16="http://schemas.microsoft.com/office/drawing/2014/main" val="10005"/>
                  </a:ext>
                </a:extLst>
              </a:tr>
              <a:tr h="259200">
                <a:tc>
                  <a:txBody>
                    <a:bodyPr/>
                    <a:lstStyle/>
                    <a:p>
                      <a:pPr marL="285750" marR="0" lvl="0" indent="-180000" algn="l" defTabSz="914400" rtl="0" eaLnBrk="1" fontAlgn="base" latinLnBrk="0" hangingPunct="1">
                        <a:lnSpc>
                          <a:spcPct val="110000"/>
                        </a:lnSpc>
                        <a:spcBef>
                          <a:spcPts val="600"/>
                        </a:spcBef>
                        <a:spcAft>
                          <a:spcPct val="0"/>
                        </a:spcAft>
                        <a:buClrTx/>
                        <a:buSzTx/>
                        <a:buFont typeface="+mj-lt"/>
                        <a:buAutoNum type="romanUcPeriod" startAt="2"/>
                        <a:tabLst/>
                        <a:defRPr/>
                      </a:pPr>
                      <a:r>
                        <a:rPr kumimoji="0" lang="ko-KR" altLang="en-US" sz="1200" b="1" baseline="0" dirty="0">
                          <a:solidFill>
                            <a:schemeClr val="tx2"/>
                          </a:solidFill>
                          <a:latin typeface="맑은 고딕" pitchFamily="50" charset="-127"/>
                          <a:ea typeface="맑은 고딕" panose="020B0503020000020004" pitchFamily="50" charset="-127"/>
                        </a:rPr>
                        <a:t>  </a:t>
                      </a:r>
                      <a:r>
                        <a:rPr lang="ko-KR" altLang="en-US" sz="1200" b="1" kern="0" spc="-50" dirty="0">
                          <a:ln>
                            <a:solidFill>
                              <a:srgbClr val="000000">
                                <a:alpha val="0"/>
                              </a:srgbClr>
                            </a:solidFill>
                          </a:ln>
                          <a:solidFill>
                            <a:srgbClr val="00338D"/>
                          </a:solidFill>
                          <a:latin typeface="맑은 고딕" panose="020B0503020000020004" pitchFamily="50" charset="-127"/>
                          <a:ea typeface="맑은 고딕" pitchFamily="50" charset="-127"/>
                          <a:cs typeface="+mn-cs"/>
                        </a:rPr>
                        <a:t>원산지확인서 수취 현황</a:t>
                      </a:r>
                      <a:endParaRPr lang="en-US" altLang="ko-KR" sz="1200" b="1" kern="0" spc="-50" dirty="0">
                        <a:ln>
                          <a:solidFill>
                            <a:srgbClr val="000000">
                              <a:alpha val="0"/>
                            </a:srgbClr>
                          </a:solidFill>
                        </a:ln>
                        <a:solidFill>
                          <a:srgbClr val="00338D"/>
                        </a:solidFill>
                        <a:latin typeface="맑은 고딕" panose="020B0503020000020004" pitchFamily="50" charset="-127"/>
                        <a:ea typeface="맑은 고딕" pitchFamily="50" charset="-127"/>
                        <a:cs typeface="+mn-cs"/>
                      </a:endParaRPr>
                    </a:p>
                  </a:txBody>
                  <a:tcPr marL="45720" marR="45720" horzOverflow="overflow">
                    <a:lnL>
                      <a:noFill/>
                    </a:lnL>
                    <a:lnR w="12700" cap="flat" cmpd="sng" algn="ctr">
                      <a:noFill/>
                      <a:prstDash val="solid"/>
                      <a:round/>
                      <a:headEnd type="none" w="med" len="med"/>
                      <a:tailEnd type="none" w="med" len="med"/>
                    </a:lnR>
                    <a:lnT>
                      <a:noFill/>
                    </a:lnT>
                    <a:lnB>
                      <a:noFill/>
                    </a:lnB>
                    <a:lnTlToBr>
                      <a:noFill/>
                    </a:lnTlToBr>
                    <a:lnBlToTr>
                      <a:noFill/>
                    </a:lnBlToTr>
                    <a:noFill/>
                  </a:tcPr>
                </a:tc>
                <a:tc>
                  <a:txBody>
                    <a:bodyPr/>
                    <a:lstStyle/>
                    <a:p>
                      <a:pPr marL="187325" marR="0" lvl="1" indent="-185738" algn="ctr" defTabSz="762000" rtl="0" eaLnBrk="1" fontAlgn="base" latinLnBrk="0" hangingPunct="1">
                        <a:lnSpc>
                          <a:spcPct val="110000"/>
                        </a:lnSpc>
                        <a:spcBef>
                          <a:spcPct val="40000"/>
                        </a:spcBef>
                        <a:spcAft>
                          <a:spcPct val="0"/>
                        </a:spcAft>
                        <a:buClr>
                          <a:schemeClr val="tx2"/>
                        </a:buClr>
                        <a:buSzPct val="85000"/>
                        <a:buFont typeface="Wingdings" pitchFamily="2" charset="2"/>
                        <a:buNone/>
                        <a:tabLst/>
                      </a:pPr>
                      <a:endParaRPr kumimoji="0" lang="en-GB" altLang="ko-KR" sz="1000" b="1" i="0" u="none" strike="noStrike" kern="1200" cap="none" normalizeH="0" baseline="0" dirty="0">
                        <a:ln>
                          <a:noFill/>
                        </a:ln>
                        <a:solidFill>
                          <a:schemeClr val="tx2"/>
                        </a:solidFill>
                        <a:effectLst/>
                        <a:latin typeface="맑은 고딕" panose="020B0503020000020004" pitchFamily="50" charset="-127"/>
                        <a:ea typeface="맑은 고딕" panose="020B0503020000020004" pitchFamily="50" charset="-127"/>
                        <a:cs typeface="+mn-cs"/>
                      </a:endParaRPr>
                    </a:p>
                  </a:txBody>
                  <a:tcPr marL="45720" marR="288000" horzOverflow="overflow">
                    <a:lnL w="12700" cap="flat" cmpd="sng" algn="ctr">
                      <a:noFill/>
                      <a:prstDash val="solid"/>
                      <a:round/>
                      <a:headEnd type="none" w="med" len="med"/>
                      <a:tailEnd type="none" w="med" len="med"/>
                    </a:lnL>
                    <a:lnR>
                      <a:noFill/>
                    </a:lnR>
                    <a:lnT>
                      <a:noFill/>
                    </a:lnT>
                    <a:lnB>
                      <a:noFill/>
                    </a:lnB>
                    <a:lnTlToBr>
                      <a:noFill/>
                    </a:lnTlToBr>
                    <a:lnBlToTr>
                      <a:noFill/>
                    </a:lnBlToTr>
                    <a:noFill/>
                  </a:tcPr>
                </a:tc>
                <a:extLst>
                  <a:ext uri="{0D108BD9-81ED-4DB2-BD59-A6C34878D82A}">
                    <a16:rowId xmlns:a16="http://schemas.microsoft.com/office/drawing/2014/main" val="10006"/>
                  </a:ext>
                </a:extLst>
              </a:tr>
              <a:tr h="259200">
                <a:tc>
                  <a:txBody>
                    <a:bodyPr/>
                    <a:lstStyle/>
                    <a:p>
                      <a:pPr marL="685800" marR="0" lvl="1" indent="-228600" algn="l" defTabSz="914400" rtl="0" eaLnBrk="1" fontAlgn="base" latinLnBrk="0" hangingPunct="1">
                        <a:lnSpc>
                          <a:spcPct val="120000"/>
                        </a:lnSpc>
                        <a:spcBef>
                          <a:spcPts val="600"/>
                        </a:spcBef>
                        <a:spcAft>
                          <a:spcPct val="0"/>
                        </a:spcAft>
                        <a:buClrTx/>
                        <a:buSzTx/>
                        <a:buFont typeface="+mj-lt"/>
                        <a:buAutoNum type="arabicPeriod"/>
                        <a:tabLst/>
                        <a:defRPr/>
                      </a:pPr>
                      <a:r>
                        <a:rPr lang="ko-KR" altLang="en-US" sz="1050" b="1" kern="0" spc="-50" dirty="0">
                          <a:ln>
                            <a:solidFill>
                              <a:srgbClr val="000000">
                                <a:alpha val="0"/>
                              </a:srgbClr>
                            </a:solidFill>
                          </a:ln>
                          <a:solidFill>
                            <a:srgbClr val="00338D"/>
                          </a:solidFill>
                          <a:latin typeface="맑은 고딕" panose="020B0503020000020004" pitchFamily="50" charset="-127"/>
                          <a:ea typeface="맑은 고딕" pitchFamily="50" charset="-127"/>
                          <a:cs typeface="+mn-cs"/>
                        </a:rPr>
                        <a:t>협력사별 원산지확인서 수취 현황</a:t>
                      </a:r>
                      <a:endParaRPr lang="en-US" altLang="ko-KR" sz="1050" b="1" kern="0" spc="-50" noProof="0" dirty="0">
                        <a:ln>
                          <a:solidFill>
                            <a:srgbClr val="000000">
                              <a:alpha val="0"/>
                            </a:srgbClr>
                          </a:solidFill>
                        </a:ln>
                        <a:solidFill>
                          <a:srgbClr val="00338D"/>
                        </a:solidFill>
                        <a:latin typeface="맑은 고딕" panose="020B0503020000020004" pitchFamily="50" charset="-127"/>
                        <a:ea typeface="맑은 고딕" pitchFamily="50" charset="-127"/>
                        <a:cs typeface="+mn-cs"/>
                      </a:endParaRPr>
                    </a:p>
                  </a:txBody>
                  <a:tcPr marL="45720" marR="45720" horzOverflow="overflow">
                    <a:lnL>
                      <a:noFill/>
                    </a:lnL>
                    <a:lnR w="12700" cap="flat" cmpd="sng" algn="ctr">
                      <a:noFill/>
                      <a:prstDash val="solid"/>
                      <a:round/>
                      <a:headEnd type="none" w="med" len="med"/>
                      <a:tailEnd type="none" w="med" len="med"/>
                    </a:lnR>
                    <a:lnT>
                      <a:noFill/>
                    </a:lnT>
                    <a:lnB>
                      <a:noFill/>
                    </a:lnB>
                    <a:lnTlToBr>
                      <a:noFill/>
                    </a:lnTlToBr>
                    <a:lnBlToTr>
                      <a:noFill/>
                    </a:lnBlToTr>
                    <a:noFill/>
                  </a:tcPr>
                </a:tc>
                <a:tc>
                  <a:txBody>
                    <a:bodyPr/>
                    <a:lstStyle/>
                    <a:p>
                      <a:pPr marL="187325" marR="0" lvl="1" indent="-185738" algn="ctr" defTabSz="762000" rtl="0" eaLnBrk="1" fontAlgn="base" latinLnBrk="0" hangingPunct="1">
                        <a:lnSpc>
                          <a:spcPct val="120000"/>
                        </a:lnSpc>
                        <a:spcBef>
                          <a:spcPts val="600"/>
                        </a:spcBef>
                        <a:spcAft>
                          <a:spcPct val="0"/>
                        </a:spcAft>
                        <a:buClr>
                          <a:schemeClr val="tx2"/>
                        </a:buClr>
                        <a:buSzPct val="85000"/>
                        <a:buFont typeface="Wingdings" pitchFamily="2" charset="2"/>
                        <a:buNone/>
                        <a:tabLst/>
                      </a:pPr>
                      <a:r>
                        <a:rPr lang="en-GB" altLang="ko-KR" sz="1050" b="1" kern="0" spc="-50" dirty="0">
                          <a:ln>
                            <a:solidFill>
                              <a:srgbClr val="000000">
                                <a:alpha val="0"/>
                              </a:srgbClr>
                            </a:solidFill>
                          </a:ln>
                          <a:solidFill>
                            <a:srgbClr val="00338D"/>
                          </a:solidFill>
                          <a:latin typeface="맑은 고딕" panose="020B0503020000020004" pitchFamily="50" charset="-127"/>
                          <a:ea typeface="맑은 고딕" pitchFamily="50" charset="-127"/>
                          <a:cs typeface="+mn-cs"/>
                        </a:rPr>
                        <a:t> 7</a:t>
                      </a:r>
                    </a:p>
                  </a:txBody>
                  <a:tcPr marL="45720" marR="288000" horzOverflow="overflow">
                    <a:lnL w="12700" cap="flat" cmpd="sng" algn="ctr">
                      <a:noFill/>
                      <a:prstDash val="solid"/>
                      <a:round/>
                      <a:headEnd type="none" w="med" len="med"/>
                      <a:tailEnd type="none" w="med" len="med"/>
                    </a:lnL>
                    <a:lnR>
                      <a:noFill/>
                    </a:lnR>
                    <a:lnT>
                      <a:noFill/>
                    </a:lnT>
                    <a:lnB>
                      <a:noFill/>
                    </a:lnB>
                    <a:lnTlToBr>
                      <a:noFill/>
                    </a:lnTlToBr>
                    <a:lnBlToTr>
                      <a:noFill/>
                    </a:lnBlToTr>
                    <a:noFill/>
                  </a:tcPr>
                </a:tc>
                <a:extLst>
                  <a:ext uri="{0D108BD9-81ED-4DB2-BD59-A6C34878D82A}">
                    <a16:rowId xmlns:a16="http://schemas.microsoft.com/office/drawing/2014/main" val="10007"/>
                  </a:ext>
                </a:extLst>
              </a:tr>
              <a:tr h="259200">
                <a:tc>
                  <a:txBody>
                    <a:bodyPr/>
                    <a:lstStyle/>
                    <a:p>
                      <a:pPr marL="685800" marR="0" lvl="1" indent="-228600" algn="l" defTabSz="914400" rtl="0" eaLnBrk="1" fontAlgn="base" latinLnBrk="0" hangingPunct="1">
                        <a:lnSpc>
                          <a:spcPct val="110000"/>
                        </a:lnSpc>
                        <a:spcBef>
                          <a:spcPts val="600"/>
                        </a:spcBef>
                        <a:spcAft>
                          <a:spcPct val="0"/>
                        </a:spcAft>
                        <a:buClrTx/>
                        <a:buSzTx/>
                        <a:buFont typeface="+mj-lt"/>
                        <a:buAutoNum type="arabicPeriod" startAt="2"/>
                        <a:tabLst/>
                        <a:defRPr/>
                      </a:pPr>
                      <a:r>
                        <a:rPr lang="ko-KR" altLang="en-US" sz="1050" b="1" kern="0" spc="-50" dirty="0">
                          <a:ln>
                            <a:solidFill>
                              <a:srgbClr val="000000">
                                <a:alpha val="0"/>
                              </a:srgbClr>
                            </a:solidFill>
                          </a:ln>
                          <a:solidFill>
                            <a:srgbClr val="00338D"/>
                          </a:solidFill>
                          <a:latin typeface="맑은 고딕" panose="020B0503020000020004" pitchFamily="50" charset="-127"/>
                          <a:ea typeface="맑은 고딕" pitchFamily="50" charset="-127"/>
                          <a:cs typeface="+mn-cs"/>
                        </a:rPr>
                        <a:t>협력사별 원산지확인서 수취</a:t>
                      </a:r>
                      <a:r>
                        <a:rPr lang="en-US" altLang="ko-KR" sz="1050" b="1" kern="0" spc="-50" dirty="0">
                          <a:ln>
                            <a:solidFill>
                              <a:srgbClr val="000000">
                                <a:alpha val="0"/>
                              </a:srgbClr>
                            </a:solidFill>
                          </a:ln>
                          <a:solidFill>
                            <a:srgbClr val="00338D"/>
                          </a:solidFill>
                          <a:latin typeface="맑은 고딕" panose="020B0503020000020004" pitchFamily="50" charset="-127"/>
                          <a:ea typeface="맑은 고딕" pitchFamily="50" charset="-127"/>
                          <a:cs typeface="+mn-cs"/>
                        </a:rPr>
                        <a:t>/</a:t>
                      </a:r>
                      <a:r>
                        <a:rPr lang="ko-KR" altLang="en-US" sz="1050" b="1" kern="0" spc="-50" dirty="0" err="1">
                          <a:ln>
                            <a:solidFill>
                              <a:srgbClr val="000000">
                                <a:alpha val="0"/>
                              </a:srgbClr>
                            </a:solidFill>
                          </a:ln>
                          <a:solidFill>
                            <a:srgbClr val="00338D"/>
                          </a:solidFill>
                          <a:latin typeface="맑은 고딕" panose="020B0503020000020004" pitchFamily="50" charset="-127"/>
                          <a:ea typeface="맑은 고딕" pitchFamily="50" charset="-127"/>
                          <a:cs typeface="+mn-cs"/>
                        </a:rPr>
                        <a:t>미수취</a:t>
                      </a:r>
                      <a:r>
                        <a:rPr lang="ko-KR" altLang="en-US" sz="1050" b="1" kern="0" spc="-50" dirty="0">
                          <a:ln>
                            <a:solidFill>
                              <a:srgbClr val="000000">
                                <a:alpha val="0"/>
                              </a:srgbClr>
                            </a:solidFill>
                          </a:ln>
                          <a:solidFill>
                            <a:srgbClr val="00338D"/>
                          </a:solidFill>
                          <a:latin typeface="맑은 고딕" panose="020B0503020000020004" pitchFamily="50" charset="-127"/>
                          <a:ea typeface="맑은 고딕" pitchFamily="50" charset="-127"/>
                          <a:cs typeface="+mn-cs"/>
                        </a:rPr>
                        <a:t> 자재 내역</a:t>
                      </a:r>
                      <a:endParaRPr lang="en-US" altLang="ko-KR" sz="1050" b="1" kern="0" spc="-50" dirty="0">
                        <a:ln>
                          <a:solidFill>
                            <a:srgbClr val="000000">
                              <a:alpha val="0"/>
                            </a:srgbClr>
                          </a:solidFill>
                        </a:ln>
                        <a:solidFill>
                          <a:srgbClr val="00338D"/>
                        </a:solidFill>
                        <a:latin typeface="맑은 고딕" panose="020B0503020000020004" pitchFamily="50" charset="-127"/>
                        <a:ea typeface="맑은 고딕" pitchFamily="50" charset="-127"/>
                        <a:cs typeface="+mn-cs"/>
                      </a:endParaRPr>
                    </a:p>
                  </a:txBody>
                  <a:tcPr marL="45720" marR="45720" horzOverflow="overflow">
                    <a:lnL>
                      <a:noFill/>
                    </a:lnL>
                    <a:lnR w="12700" cap="flat" cmpd="sng" algn="ctr">
                      <a:noFill/>
                      <a:prstDash val="solid"/>
                      <a:round/>
                      <a:headEnd type="none" w="med" len="med"/>
                      <a:tailEnd type="none" w="med" len="med"/>
                    </a:lnR>
                    <a:lnT>
                      <a:noFill/>
                    </a:lnT>
                    <a:lnB>
                      <a:noFill/>
                    </a:lnB>
                    <a:lnTlToBr>
                      <a:noFill/>
                    </a:lnTlToBr>
                    <a:lnBlToTr>
                      <a:noFill/>
                    </a:lnBlToTr>
                    <a:noFill/>
                  </a:tcPr>
                </a:tc>
                <a:tc>
                  <a:txBody>
                    <a:bodyPr/>
                    <a:lstStyle/>
                    <a:p>
                      <a:pPr marL="187325" marR="0" lvl="1" indent="-185738" algn="ctr" defTabSz="762000" rtl="0" eaLnBrk="1" fontAlgn="base" latinLnBrk="0" hangingPunct="1">
                        <a:lnSpc>
                          <a:spcPct val="110000"/>
                        </a:lnSpc>
                        <a:spcBef>
                          <a:spcPct val="40000"/>
                        </a:spcBef>
                        <a:spcAft>
                          <a:spcPct val="0"/>
                        </a:spcAft>
                        <a:buClr>
                          <a:schemeClr val="tx2"/>
                        </a:buClr>
                        <a:buSzPct val="85000"/>
                        <a:buFont typeface="Wingdings" pitchFamily="2" charset="2"/>
                        <a:buNone/>
                        <a:tabLst/>
                      </a:pPr>
                      <a:r>
                        <a:rPr lang="en-GB" altLang="ko-KR" sz="1050" b="1" kern="0" spc="-50" dirty="0">
                          <a:ln>
                            <a:solidFill>
                              <a:srgbClr val="000000">
                                <a:alpha val="0"/>
                              </a:srgbClr>
                            </a:solidFill>
                          </a:ln>
                          <a:solidFill>
                            <a:srgbClr val="00338D"/>
                          </a:solidFill>
                          <a:latin typeface="맑은 고딕" panose="020B0503020000020004" pitchFamily="50" charset="-127"/>
                          <a:ea typeface="맑은 고딕" pitchFamily="50" charset="-127"/>
                          <a:cs typeface="+mn-cs"/>
                        </a:rPr>
                        <a:t> 8</a:t>
                      </a:r>
                    </a:p>
                  </a:txBody>
                  <a:tcPr marL="45720" marR="288000" horzOverflow="overflow">
                    <a:lnL w="12700" cap="flat" cmpd="sng" algn="ctr">
                      <a:noFill/>
                      <a:prstDash val="solid"/>
                      <a:round/>
                      <a:headEnd type="none" w="med" len="med"/>
                      <a:tailEnd type="none" w="med" len="med"/>
                    </a:lnL>
                    <a:lnR>
                      <a:noFill/>
                    </a:lnR>
                    <a:lnT>
                      <a:noFill/>
                    </a:lnT>
                    <a:lnB>
                      <a:noFill/>
                    </a:lnB>
                    <a:lnTlToBr>
                      <a:noFill/>
                    </a:lnTlToBr>
                    <a:lnBlToTr>
                      <a:noFill/>
                    </a:lnBlToTr>
                    <a:noFill/>
                  </a:tcPr>
                </a:tc>
                <a:extLst>
                  <a:ext uri="{0D108BD9-81ED-4DB2-BD59-A6C34878D82A}">
                    <a16:rowId xmlns:a16="http://schemas.microsoft.com/office/drawing/2014/main" val="10008"/>
                  </a:ext>
                </a:extLst>
              </a:tr>
              <a:tr h="248412">
                <a:tc>
                  <a:txBody>
                    <a:bodyPr/>
                    <a:lstStyle/>
                    <a:p>
                      <a:pPr marL="182563" marR="0" lvl="1" indent="0" algn="l" defTabSz="914400" rtl="0" eaLnBrk="1" fontAlgn="base" latinLnBrk="0" hangingPunct="1">
                        <a:lnSpc>
                          <a:spcPct val="120000"/>
                        </a:lnSpc>
                        <a:spcBef>
                          <a:spcPts val="600"/>
                        </a:spcBef>
                        <a:spcAft>
                          <a:spcPct val="0"/>
                        </a:spcAft>
                        <a:buClrTx/>
                        <a:buSzTx/>
                        <a:buFont typeface="+mj-lt"/>
                        <a:buNone/>
                        <a:tabLst/>
                        <a:defRPr/>
                      </a:pPr>
                      <a:endParaRPr lang="en-US" altLang="ko-KR" sz="1050" b="1" kern="0" spc="-50" noProof="0" dirty="0">
                        <a:ln>
                          <a:solidFill>
                            <a:srgbClr val="000000">
                              <a:alpha val="0"/>
                            </a:srgbClr>
                          </a:solidFill>
                        </a:ln>
                        <a:solidFill>
                          <a:srgbClr val="00338D"/>
                        </a:solidFill>
                        <a:latin typeface="맑은 고딕" panose="020B0503020000020004" pitchFamily="50" charset="-127"/>
                        <a:ea typeface="맑은 고딕" pitchFamily="50" charset="-127"/>
                        <a:cs typeface="+mn-cs"/>
                      </a:endParaRPr>
                    </a:p>
                  </a:txBody>
                  <a:tcPr marL="45720" marR="45720" horzOverflow="overflow">
                    <a:lnL>
                      <a:noFill/>
                    </a:lnL>
                    <a:lnR w="12700" cap="flat" cmpd="sng" algn="ctr">
                      <a:noFill/>
                      <a:prstDash val="solid"/>
                      <a:round/>
                      <a:headEnd type="none" w="med" len="med"/>
                      <a:tailEnd type="none" w="med" len="med"/>
                    </a:lnR>
                    <a:lnT>
                      <a:noFill/>
                    </a:lnT>
                    <a:lnB>
                      <a:noFill/>
                    </a:lnB>
                    <a:lnTlToBr>
                      <a:noFill/>
                    </a:lnTlToBr>
                    <a:lnBlToTr>
                      <a:noFill/>
                    </a:lnBlToTr>
                    <a:noFill/>
                  </a:tcPr>
                </a:tc>
                <a:tc>
                  <a:txBody>
                    <a:bodyPr/>
                    <a:lstStyle/>
                    <a:p>
                      <a:pPr marL="187325" marR="0" lvl="1" indent="-185738" algn="ctr" defTabSz="762000" rtl="0" eaLnBrk="1" fontAlgn="base" latinLnBrk="0" hangingPunct="1">
                        <a:lnSpc>
                          <a:spcPct val="120000"/>
                        </a:lnSpc>
                        <a:spcBef>
                          <a:spcPts val="600"/>
                        </a:spcBef>
                        <a:spcAft>
                          <a:spcPct val="0"/>
                        </a:spcAft>
                        <a:buClr>
                          <a:schemeClr val="tx2"/>
                        </a:buClr>
                        <a:buSzPct val="85000"/>
                        <a:buFont typeface="Wingdings" pitchFamily="2" charset="2"/>
                        <a:buNone/>
                        <a:tabLst/>
                      </a:pPr>
                      <a:endParaRPr lang="en-GB" altLang="ko-KR" sz="1050" b="1" kern="0" spc="-50" dirty="0">
                        <a:ln>
                          <a:solidFill>
                            <a:srgbClr val="000000">
                              <a:alpha val="0"/>
                            </a:srgbClr>
                          </a:solidFill>
                        </a:ln>
                        <a:solidFill>
                          <a:srgbClr val="00338D"/>
                        </a:solidFill>
                        <a:latin typeface="맑은 고딕" panose="020B0503020000020004" pitchFamily="50" charset="-127"/>
                        <a:ea typeface="맑은 고딕" pitchFamily="50" charset="-127"/>
                        <a:cs typeface="+mn-cs"/>
                      </a:endParaRPr>
                    </a:p>
                  </a:txBody>
                  <a:tcPr marL="45720" marR="288000" horzOverflow="overflow">
                    <a:lnL w="12700" cap="flat" cmpd="sng" algn="ctr">
                      <a:noFill/>
                      <a:prstDash val="solid"/>
                      <a:round/>
                      <a:headEnd type="none" w="med" len="med"/>
                      <a:tailEnd type="none" w="med" len="med"/>
                    </a:lnL>
                    <a:lnR>
                      <a:noFill/>
                    </a:lnR>
                    <a:lnT>
                      <a:noFill/>
                    </a:lnT>
                    <a:lnB>
                      <a:noFill/>
                    </a:lnB>
                    <a:lnTlToBr>
                      <a:noFill/>
                    </a:lnTlToBr>
                    <a:lnBlToTr>
                      <a:noFill/>
                    </a:lnBlToTr>
                    <a:noFill/>
                  </a:tcPr>
                </a:tc>
                <a:extLst>
                  <a:ext uri="{0D108BD9-81ED-4DB2-BD59-A6C34878D82A}">
                    <a16:rowId xmlns:a16="http://schemas.microsoft.com/office/drawing/2014/main" val="10009"/>
                  </a:ext>
                </a:extLst>
              </a:tr>
              <a:tr h="259200">
                <a:tc>
                  <a:txBody>
                    <a:bodyPr/>
                    <a:lstStyle/>
                    <a:p>
                      <a:pPr marL="685800" marR="0" lvl="1" indent="-228600" algn="l" defTabSz="914400" rtl="0" eaLnBrk="1" fontAlgn="base" latinLnBrk="0" hangingPunct="1">
                        <a:lnSpc>
                          <a:spcPct val="110000"/>
                        </a:lnSpc>
                        <a:spcBef>
                          <a:spcPts val="600"/>
                        </a:spcBef>
                        <a:spcAft>
                          <a:spcPct val="0"/>
                        </a:spcAft>
                        <a:buClrTx/>
                        <a:buSzTx/>
                        <a:buFont typeface="+mj-lt"/>
                        <a:buAutoNum type="arabicPeriod" startAt="3"/>
                        <a:tabLst/>
                        <a:defRPr/>
                      </a:pPr>
                      <a:endParaRPr lang="en-US" altLang="ko-KR" sz="1050" b="1" kern="0" spc="-50" dirty="0">
                        <a:ln>
                          <a:solidFill>
                            <a:srgbClr val="000000">
                              <a:alpha val="0"/>
                            </a:srgbClr>
                          </a:solidFill>
                        </a:ln>
                        <a:solidFill>
                          <a:srgbClr val="00338D"/>
                        </a:solidFill>
                        <a:latin typeface="맑은 고딕" panose="020B0503020000020004" pitchFamily="50" charset="-127"/>
                        <a:ea typeface="맑은 고딕" pitchFamily="50" charset="-127"/>
                        <a:cs typeface="+mn-cs"/>
                      </a:endParaRPr>
                    </a:p>
                  </a:txBody>
                  <a:tcPr marL="45720" marR="45720" anchor="b" horzOverflow="overflow">
                    <a:lnL>
                      <a:noFill/>
                    </a:lnL>
                    <a:lnR w="12700" cap="flat" cmpd="sng" algn="ctr">
                      <a:noFill/>
                      <a:prstDash val="solid"/>
                      <a:round/>
                      <a:headEnd type="none" w="med" len="med"/>
                      <a:tailEnd type="none" w="med" len="med"/>
                    </a:lnR>
                    <a:lnT>
                      <a:noFill/>
                    </a:lnT>
                    <a:lnB>
                      <a:noFill/>
                    </a:lnB>
                    <a:lnTlToBr>
                      <a:noFill/>
                    </a:lnTlToBr>
                    <a:lnBlToTr>
                      <a:noFill/>
                    </a:lnBlToTr>
                    <a:noFill/>
                  </a:tcPr>
                </a:tc>
                <a:tc>
                  <a:txBody>
                    <a:bodyPr/>
                    <a:lstStyle/>
                    <a:p>
                      <a:pPr algn="ctr" latinLnBrk="1">
                        <a:lnSpc>
                          <a:spcPct val="110000"/>
                        </a:lnSpc>
                        <a:spcBef>
                          <a:spcPts val="600"/>
                        </a:spcBef>
                      </a:pPr>
                      <a:endParaRPr lang="ko-KR" altLang="en-US" sz="1050" b="1" kern="0" spc="-50" dirty="0">
                        <a:ln>
                          <a:solidFill>
                            <a:srgbClr val="000000">
                              <a:alpha val="0"/>
                            </a:srgbClr>
                          </a:solidFill>
                        </a:ln>
                        <a:solidFill>
                          <a:srgbClr val="00338D"/>
                        </a:solidFill>
                        <a:latin typeface="맑은 고딕" panose="020B0503020000020004" pitchFamily="50" charset="-127"/>
                        <a:ea typeface="맑은 고딕" pitchFamily="50" charset="-127"/>
                        <a:cs typeface="+mn-cs"/>
                      </a:endParaRPr>
                    </a:p>
                  </a:txBody>
                  <a:tcPr marL="45720" marR="288000" anchor="b" horzOverflow="overflow">
                    <a:lnL w="12700" cap="flat" cmpd="sng" algn="ctr">
                      <a:noFill/>
                      <a:prstDash val="solid"/>
                      <a:round/>
                      <a:headEnd type="none" w="med" len="med"/>
                      <a:tailEnd type="none" w="med" len="med"/>
                    </a:lnL>
                    <a:lnR>
                      <a:noFill/>
                    </a:lnR>
                    <a:lnT>
                      <a:noFill/>
                    </a:lnT>
                    <a:lnB>
                      <a:noFill/>
                    </a:lnB>
                    <a:lnTlToBr>
                      <a:noFill/>
                    </a:lnTlToBr>
                    <a:lnBlToTr>
                      <a:noFill/>
                    </a:lnBlToTr>
                    <a:noFill/>
                  </a:tcPr>
                </a:tc>
                <a:extLst>
                  <a:ext uri="{0D108BD9-81ED-4DB2-BD59-A6C34878D82A}">
                    <a16:rowId xmlns:a16="http://schemas.microsoft.com/office/drawing/2014/main" val="10013"/>
                  </a:ext>
                </a:extLst>
              </a:tr>
              <a:tr h="180914">
                <a:tc>
                  <a:txBody>
                    <a:bodyPr/>
                    <a:lstStyle/>
                    <a:p>
                      <a:pPr marL="685800" marR="0" lvl="1" indent="-228600" algn="l" defTabSz="914400" rtl="0" eaLnBrk="1" fontAlgn="base" latinLnBrk="0" hangingPunct="1">
                        <a:lnSpc>
                          <a:spcPct val="110000"/>
                        </a:lnSpc>
                        <a:spcBef>
                          <a:spcPts val="600"/>
                        </a:spcBef>
                        <a:spcAft>
                          <a:spcPct val="0"/>
                        </a:spcAft>
                        <a:buClrTx/>
                        <a:buSzTx/>
                        <a:buFont typeface="+mj-lt"/>
                        <a:buAutoNum type="arabicPeriod" startAt="4"/>
                        <a:tabLst/>
                        <a:defRPr/>
                      </a:pPr>
                      <a:endParaRPr lang="en-US" altLang="ko-KR" sz="1000" b="1" dirty="0">
                        <a:solidFill>
                          <a:srgbClr val="00338D"/>
                        </a:solidFill>
                        <a:latin typeface="맑은 고딕" panose="020B0503020000020004" pitchFamily="50" charset="-127"/>
                        <a:ea typeface="맑은 고딕" panose="020B0503020000020004" pitchFamily="50" charset="-127"/>
                      </a:endParaRPr>
                    </a:p>
                  </a:txBody>
                  <a:tcPr marL="45720" marR="45720" anchor="b" horzOverflow="overflow">
                    <a:lnL>
                      <a:noFill/>
                    </a:lnL>
                    <a:lnR w="12700" cap="flat" cmpd="sng" algn="ctr">
                      <a:noFill/>
                      <a:prstDash val="solid"/>
                      <a:round/>
                      <a:headEnd type="none" w="med" len="med"/>
                      <a:tailEnd type="none" w="med" len="med"/>
                    </a:lnR>
                    <a:lnT>
                      <a:noFill/>
                    </a:lnT>
                    <a:lnB>
                      <a:noFill/>
                    </a:lnB>
                    <a:lnTlToBr>
                      <a:noFill/>
                    </a:lnTlToBr>
                    <a:lnBlToTr>
                      <a:noFill/>
                    </a:lnBlToTr>
                    <a:noFill/>
                  </a:tcPr>
                </a:tc>
                <a:tc>
                  <a:txBody>
                    <a:bodyPr/>
                    <a:lstStyle/>
                    <a:p>
                      <a:pPr algn="ctr" latinLnBrk="1">
                        <a:lnSpc>
                          <a:spcPct val="110000"/>
                        </a:lnSpc>
                        <a:spcBef>
                          <a:spcPts val="600"/>
                        </a:spcBef>
                      </a:pPr>
                      <a:endParaRPr kumimoji="0" lang="ko-KR" altLang="en-US" sz="1000" b="1" i="0" u="none" strike="noStrike" kern="1200" cap="none" normalizeH="0" baseline="0" dirty="0">
                        <a:ln>
                          <a:noFill/>
                        </a:ln>
                        <a:solidFill>
                          <a:schemeClr val="tx2"/>
                        </a:solidFill>
                        <a:effectLst/>
                        <a:latin typeface="맑은 고딕" panose="020B0503020000020004" pitchFamily="50" charset="-127"/>
                        <a:ea typeface="맑은 고딕" panose="020B0503020000020004" pitchFamily="50" charset="-127"/>
                        <a:cs typeface="Arial" panose="020B0604020202020204" pitchFamily="34" charset="0"/>
                      </a:endParaRPr>
                    </a:p>
                  </a:txBody>
                  <a:tcPr marL="45720" marR="288000" anchor="b" horzOverflow="overflow">
                    <a:lnL w="12700" cap="flat" cmpd="sng" algn="ctr">
                      <a:noFill/>
                      <a:prstDash val="solid"/>
                      <a:round/>
                      <a:headEnd type="none" w="med" len="med"/>
                      <a:tailEnd type="none" w="med" len="med"/>
                    </a:lnL>
                    <a:lnR>
                      <a:noFill/>
                    </a:lnR>
                    <a:lnT>
                      <a:noFill/>
                    </a:lnT>
                    <a:lnB>
                      <a:noFill/>
                    </a:lnB>
                    <a:lnTlToBr>
                      <a:noFill/>
                    </a:lnTlToBr>
                    <a:lnBlToTr>
                      <a:noFill/>
                    </a:lnBlToTr>
                    <a:noFill/>
                  </a:tcPr>
                </a:tc>
                <a:extLst>
                  <a:ext uri="{0D108BD9-81ED-4DB2-BD59-A6C34878D82A}">
                    <a16:rowId xmlns:a16="http://schemas.microsoft.com/office/drawing/2014/main" val="10014"/>
                  </a:ext>
                </a:extLst>
              </a:tr>
            </a:tbl>
          </a:graphicData>
        </a:graphic>
      </p:graphicFrame>
      <p:sp>
        <p:nvSpPr>
          <p:cNvPr id="3" name="직사각형 2"/>
          <p:cNvSpPr/>
          <p:nvPr/>
        </p:nvSpPr>
        <p:spPr>
          <a:xfrm>
            <a:off x="1208600" y="5273163"/>
            <a:ext cx="7488801" cy="874139"/>
          </a:xfrm>
          <a:prstGeom prst="rect">
            <a:avLst/>
          </a:prstGeom>
          <a:no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l"/>
            <a:endParaRPr lang="ko-KR" altLang="en-US" sz="1500" dirty="0" err="1">
              <a:solidFill>
                <a:schemeClr val="bg1"/>
              </a:solidFill>
            </a:endParaRPr>
          </a:p>
        </p:txBody>
      </p:sp>
      <p:sp>
        <p:nvSpPr>
          <p:cNvPr id="6" name="TextBox 5"/>
          <p:cNvSpPr txBox="1"/>
          <p:nvPr/>
        </p:nvSpPr>
        <p:spPr>
          <a:xfrm>
            <a:off x="1324897" y="5251922"/>
            <a:ext cx="7256206" cy="806246"/>
          </a:xfrm>
          <a:prstGeom prst="rect">
            <a:avLst/>
          </a:prstGeom>
          <a:noFill/>
        </p:spPr>
        <p:txBody>
          <a:bodyPr wrap="square" lIns="54610" tIns="54610" rIns="54610" bIns="54610" rtlCol="0">
            <a:noAutofit/>
          </a:bodyPr>
          <a:lstStyle/>
          <a:p>
            <a:pPr algn="just">
              <a:lnSpc>
                <a:spcPct val="150000"/>
              </a:lnSpc>
            </a:pPr>
            <a:r>
              <a:rPr lang="ko-KR" altLang="ko-KR" sz="900" kern="0" spc="-50" dirty="0">
                <a:ln>
                  <a:solidFill>
                    <a:srgbClr val="000000">
                      <a:alpha val="0"/>
                    </a:srgbClr>
                  </a:solidFill>
                </a:ln>
                <a:solidFill>
                  <a:schemeClr val="tx1">
                    <a:lumMod val="65000"/>
                    <a:lumOff val="35000"/>
                  </a:schemeClr>
                </a:solidFill>
                <a:latin typeface="맑은 고딕" panose="020B0503020000020004" pitchFamily="50" charset="-127"/>
                <a:ea typeface="맑은 고딕" pitchFamily="50" charset="-127"/>
              </a:rPr>
              <a:t>삼정회계법인은</a:t>
            </a:r>
            <a:r>
              <a:rPr lang="en-US" altLang="ko-KR" sz="900" kern="0" spc="-50" dirty="0">
                <a:ln>
                  <a:solidFill>
                    <a:srgbClr val="000000">
                      <a:alpha val="0"/>
                    </a:srgbClr>
                  </a:solidFill>
                </a:ln>
                <a:solidFill>
                  <a:schemeClr val="tx1">
                    <a:lumMod val="65000"/>
                    <a:lumOff val="35000"/>
                  </a:schemeClr>
                </a:solidFill>
                <a:latin typeface="맑은 고딕" panose="020B0503020000020004" pitchFamily="50" charset="-127"/>
                <a:ea typeface="맑은 고딕" pitchFamily="50" charset="-127"/>
              </a:rPr>
              <a:t> </a:t>
            </a:r>
            <a:r>
              <a:rPr lang="ko-KR" altLang="ko-KR" sz="900" kern="0" spc="-50" dirty="0">
                <a:ln>
                  <a:solidFill>
                    <a:srgbClr val="000000">
                      <a:alpha val="0"/>
                    </a:srgbClr>
                  </a:solidFill>
                </a:ln>
                <a:solidFill>
                  <a:schemeClr val="tx1">
                    <a:lumMod val="65000"/>
                    <a:lumOff val="35000"/>
                  </a:schemeClr>
                </a:solidFill>
                <a:latin typeface="맑은 고딕" panose="020B0503020000020004" pitchFamily="50" charset="-127"/>
                <a:ea typeface="맑은 고딕" pitchFamily="50" charset="-127"/>
              </a:rPr>
              <a:t>계약 체결일</a:t>
            </a:r>
            <a:r>
              <a:rPr lang="en-US" altLang="ko-KR" sz="900" kern="0" spc="-50" dirty="0">
                <a:ln>
                  <a:solidFill>
                    <a:srgbClr val="000000">
                      <a:alpha val="0"/>
                    </a:srgbClr>
                  </a:solidFill>
                </a:ln>
                <a:solidFill>
                  <a:schemeClr val="tx1">
                    <a:lumMod val="65000"/>
                    <a:lumOff val="35000"/>
                  </a:schemeClr>
                </a:solidFill>
                <a:latin typeface="맑은 고딕" panose="020B0503020000020004" pitchFamily="50" charset="-127"/>
                <a:ea typeface="맑은 고딕" pitchFamily="50" charset="-127"/>
              </a:rPr>
              <a:t>:2020</a:t>
            </a:r>
            <a:r>
              <a:rPr lang="ko-KR" altLang="ko-KR" sz="900" kern="0" spc="-50" dirty="0">
                <a:ln>
                  <a:solidFill>
                    <a:srgbClr val="000000">
                      <a:alpha val="0"/>
                    </a:srgbClr>
                  </a:solidFill>
                </a:ln>
                <a:solidFill>
                  <a:schemeClr val="tx1">
                    <a:lumMod val="65000"/>
                    <a:lumOff val="35000"/>
                  </a:schemeClr>
                </a:solidFill>
                <a:latin typeface="맑은 고딕" panose="020B0503020000020004" pitchFamily="50" charset="-127"/>
                <a:ea typeface="맑은 고딕" pitchFamily="50" charset="-127"/>
              </a:rPr>
              <a:t>년</a:t>
            </a:r>
            <a:r>
              <a:rPr lang="en-US" altLang="ko-KR" sz="900" kern="0" spc="-50" dirty="0">
                <a:ln>
                  <a:solidFill>
                    <a:srgbClr val="000000">
                      <a:alpha val="0"/>
                    </a:srgbClr>
                  </a:solidFill>
                </a:ln>
                <a:solidFill>
                  <a:schemeClr val="tx1">
                    <a:lumMod val="65000"/>
                    <a:lumOff val="35000"/>
                  </a:schemeClr>
                </a:solidFill>
                <a:latin typeface="맑은 고딕" panose="020B0503020000020004" pitchFamily="50" charset="-127"/>
                <a:ea typeface="맑은 고딕" pitchFamily="50" charset="-127"/>
              </a:rPr>
              <a:t> 03</a:t>
            </a:r>
            <a:r>
              <a:rPr lang="ko-KR" altLang="en-US" sz="900" kern="0" spc="-50" dirty="0">
                <a:ln>
                  <a:solidFill>
                    <a:srgbClr val="000000">
                      <a:alpha val="0"/>
                    </a:srgbClr>
                  </a:solidFill>
                </a:ln>
                <a:solidFill>
                  <a:schemeClr val="tx1">
                    <a:lumMod val="65000"/>
                    <a:lumOff val="35000"/>
                  </a:schemeClr>
                </a:solidFill>
                <a:latin typeface="맑은 고딕" panose="020B0503020000020004" pitchFamily="50" charset="-127"/>
                <a:ea typeface="맑은 고딕" pitchFamily="50" charset="-127"/>
              </a:rPr>
              <a:t>월 </a:t>
            </a:r>
            <a:r>
              <a:rPr lang="en-US" altLang="ko-KR" sz="900" kern="0" spc="-50" dirty="0">
                <a:ln>
                  <a:solidFill>
                    <a:srgbClr val="000000">
                      <a:alpha val="0"/>
                    </a:srgbClr>
                  </a:solidFill>
                </a:ln>
                <a:solidFill>
                  <a:schemeClr val="tx1">
                    <a:lumMod val="65000"/>
                    <a:lumOff val="35000"/>
                  </a:schemeClr>
                </a:solidFill>
                <a:latin typeface="맑은 고딕" panose="020B0503020000020004" pitchFamily="50" charset="-127"/>
                <a:ea typeface="맑은 고딕" pitchFamily="50" charset="-127"/>
              </a:rPr>
              <a:t>01</a:t>
            </a:r>
            <a:r>
              <a:rPr lang="ko-KR" altLang="ko-KR" sz="900" kern="0" spc="-50" dirty="0">
                <a:ln>
                  <a:solidFill>
                    <a:srgbClr val="000000">
                      <a:alpha val="0"/>
                    </a:srgbClr>
                  </a:solidFill>
                </a:ln>
                <a:solidFill>
                  <a:schemeClr val="tx1">
                    <a:lumMod val="65000"/>
                    <a:lumOff val="35000"/>
                  </a:schemeClr>
                </a:solidFill>
                <a:latin typeface="맑은 고딕" panose="020B0503020000020004" pitchFamily="50" charset="-127"/>
                <a:ea typeface="맑은 고딕" pitchFamily="50" charset="-127"/>
              </a:rPr>
              <a:t>일자로 체결된 계약서상에 명시된 바와 같이</a:t>
            </a:r>
            <a:r>
              <a:rPr lang="en-US" altLang="ko-KR" sz="900" kern="0" spc="-50" dirty="0">
                <a:ln>
                  <a:solidFill>
                    <a:srgbClr val="000000">
                      <a:alpha val="0"/>
                    </a:srgbClr>
                  </a:solidFill>
                </a:ln>
                <a:solidFill>
                  <a:schemeClr val="tx1">
                    <a:lumMod val="65000"/>
                    <a:lumOff val="35000"/>
                  </a:schemeClr>
                </a:solidFill>
                <a:latin typeface="맑은 고딕" panose="020B0503020000020004" pitchFamily="50" charset="-127"/>
                <a:ea typeface="맑은 고딕" pitchFamily="50" charset="-127"/>
              </a:rPr>
              <a:t>, </a:t>
            </a:r>
            <a:r>
              <a:rPr lang="ko-KR" altLang="ko-KR" sz="900" kern="0" spc="-50" dirty="0">
                <a:ln>
                  <a:solidFill>
                    <a:srgbClr val="000000">
                      <a:alpha val="0"/>
                    </a:srgbClr>
                  </a:solidFill>
                </a:ln>
                <a:solidFill>
                  <a:schemeClr val="tx1">
                    <a:lumMod val="65000"/>
                    <a:lumOff val="35000"/>
                  </a:schemeClr>
                </a:solidFill>
                <a:latin typeface="맑은 고딕" panose="020B0503020000020004" pitchFamily="50" charset="-127"/>
                <a:ea typeface="맑은 고딕" pitchFamily="50" charset="-127"/>
              </a:rPr>
              <a:t>상기 프로젝트에 대하여</a:t>
            </a:r>
            <a:r>
              <a:rPr lang="en-US" altLang="ko-KR" sz="900" kern="0" spc="-50" dirty="0">
                <a:ln>
                  <a:solidFill>
                    <a:srgbClr val="000000">
                      <a:alpha val="0"/>
                    </a:srgbClr>
                  </a:solidFill>
                </a:ln>
                <a:solidFill>
                  <a:schemeClr val="tx1">
                    <a:lumMod val="65000"/>
                    <a:lumOff val="35000"/>
                  </a:schemeClr>
                </a:solidFill>
                <a:latin typeface="맑은 고딕" panose="020B0503020000020004" pitchFamily="50" charset="-127"/>
                <a:ea typeface="맑은 고딕" pitchFamily="50" charset="-127"/>
              </a:rPr>
              <a:t> </a:t>
            </a:r>
            <a:r>
              <a:rPr lang="ko-KR" altLang="en-US" sz="900" kern="0" spc="-50" dirty="0">
                <a:ln>
                  <a:solidFill>
                    <a:srgbClr val="000000">
                      <a:alpha val="0"/>
                    </a:srgbClr>
                  </a:solidFill>
                </a:ln>
                <a:solidFill>
                  <a:schemeClr val="tx1">
                    <a:lumMod val="65000"/>
                    <a:lumOff val="35000"/>
                  </a:schemeClr>
                </a:solidFill>
                <a:latin typeface="맑은 고딕" panose="020B0503020000020004" pitchFamily="50" charset="-127"/>
                <a:ea typeface="맑은 고딕" pitchFamily="50" charset="-127"/>
              </a:rPr>
              <a:t>월별</a:t>
            </a:r>
            <a:r>
              <a:rPr lang="ko-KR" altLang="ko-KR" sz="900" kern="0" spc="-50" dirty="0">
                <a:ln>
                  <a:solidFill>
                    <a:srgbClr val="000000">
                      <a:alpha val="0"/>
                    </a:srgbClr>
                  </a:solidFill>
                </a:ln>
                <a:solidFill>
                  <a:schemeClr val="tx1">
                    <a:lumMod val="65000"/>
                    <a:lumOff val="35000"/>
                  </a:schemeClr>
                </a:solidFill>
                <a:latin typeface="맑은 고딕" panose="020B0503020000020004" pitchFamily="50" charset="-127"/>
                <a:ea typeface="맑은 고딕" pitchFamily="50" charset="-127"/>
              </a:rPr>
              <a:t>보고서를 작성하여 보내</a:t>
            </a:r>
            <a:r>
              <a:rPr lang="en-US" altLang="ko-KR" sz="900" kern="0" spc="-50" dirty="0">
                <a:ln>
                  <a:solidFill>
                    <a:srgbClr val="000000">
                      <a:alpha val="0"/>
                    </a:srgbClr>
                  </a:solidFill>
                </a:ln>
                <a:solidFill>
                  <a:schemeClr val="tx1">
                    <a:lumMod val="65000"/>
                    <a:lumOff val="35000"/>
                  </a:schemeClr>
                </a:solidFill>
                <a:latin typeface="맑은 고딕" panose="020B0503020000020004" pitchFamily="50" charset="-127"/>
                <a:ea typeface="맑은 고딕" pitchFamily="50" charset="-127"/>
              </a:rPr>
              <a:t> </a:t>
            </a:r>
            <a:r>
              <a:rPr lang="ko-KR" altLang="ko-KR" sz="900" kern="0" spc="-50" dirty="0">
                <a:ln>
                  <a:solidFill>
                    <a:srgbClr val="000000">
                      <a:alpha val="0"/>
                    </a:srgbClr>
                  </a:solidFill>
                </a:ln>
                <a:solidFill>
                  <a:schemeClr val="tx1">
                    <a:lumMod val="65000"/>
                    <a:lumOff val="35000"/>
                  </a:schemeClr>
                </a:solidFill>
                <a:latin typeface="맑은 고딕" panose="020B0503020000020004" pitchFamily="50" charset="-127"/>
                <a:ea typeface="맑은 고딕" pitchFamily="50" charset="-127"/>
              </a:rPr>
              <a:t>드립니다</a:t>
            </a:r>
            <a:r>
              <a:rPr lang="en-US" altLang="ko-KR" sz="900" kern="0" spc="-50" dirty="0">
                <a:ln>
                  <a:solidFill>
                    <a:srgbClr val="000000">
                      <a:alpha val="0"/>
                    </a:srgbClr>
                  </a:solidFill>
                </a:ln>
                <a:solidFill>
                  <a:schemeClr val="tx1">
                    <a:lumMod val="65000"/>
                    <a:lumOff val="35000"/>
                  </a:schemeClr>
                </a:solidFill>
                <a:latin typeface="맑은 고딕" panose="020B0503020000020004" pitchFamily="50" charset="-127"/>
                <a:ea typeface="맑은 고딕" pitchFamily="50" charset="-127"/>
              </a:rPr>
              <a:t>. </a:t>
            </a:r>
            <a:r>
              <a:rPr lang="ko-KR" altLang="ko-KR" sz="900" kern="0" spc="-50" dirty="0">
                <a:ln>
                  <a:solidFill>
                    <a:srgbClr val="000000">
                      <a:alpha val="0"/>
                    </a:srgbClr>
                  </a:solidFill>
                </a:ln>
                <a:solidFill>
                  <a:schemeClr val="tx1">
                    <a:lumMod val="65000"/>
                    <a:lumOff val="35000"/>
                  </a:schemeClr>
                </a:solidFill>
                <a:latin typeface="맑은 고딕" panose="020B0503020000020004" pitchFamily="50" charset="-127"/>
                <a:ea typeface="맑은 고딕" pitchFamily="50" charset="-127"/>
              </a:rPr>
              <a:t>본 용역결과물에 포함되어 있는 정보는</a:t>
            </a:r>
            <a:r>
              <a:rPr lang="en-US" altLang="ko-KR" sz="900" kern="0" spc="-50" dirty="0">
                <a:ln>
                  <a:solidFill>
                    <a:srgbClr val="000000">
                      <a:alpha val="0"/>
                    </a:srgbClr>
                  </a:solidFill>
                </a:ln>
                <a:solidFill>
                  <a:schemeClr val="tx1">
                    <a:lumMod val="65000"/>
                    <a:lumOff val="35000"/>
                  </a:schemeClr>
                </a:solidFill>
                <a:latin typeface="맑은 고딕" panose="020B0503020000020004" pitchFamily="50" charset="-127"/>
                <a:ea typeface="맑은 고딕" pitchFamily="50" charset="-127"/>
              </a:rPr>
              <a:t>, </a:t>
            </a:r>
            <a:r>
              <a:rPr lang="ko-KR" altLang="ko-KR" sz="900" kern="0" spc="-50" dirty="0">
                <a:ln>
                  <a:solidFill>
                    <a:srgbClr val="000000">
                      <a:alpha val="0"/>
                    </a:srgbClr>
                  </a:solidFill>
                </a:ln>
                <a:solidFill>
                  <a:schemeClr val="tx1">
                    <a:lumMod val="65000"/>
                    <a:lumOff val="35000"/>
                  </a:schemeClr>
                </a:solidFill>
                <a:latin typeface="맑은 고딕" panose="020B0503020000020004" pitchFamily="50" charset="-127"/>
                <a:ea typeface="맑은 고딕" pitchFamily="50" charset="-127"/>
              </a:rPr>
              <a:t>보고서 날짜</a:t>
            </a:r>
            <a:r>
              <a:rPr lang="en-US" altLang="ko-KR" sz="900" kern="0" spc="-50" dirty="0">
                <a:ln>
                  <a:solidFill>
                    <a:srgbClr val="000000">
                      <a:alpha val="0"/>
                    </a:srgbClr>
                  </a:solidFill>
                </a:ln>
                <a:solidFill>
                  <a:schemeClr val="tx1">
                    <a:lumMod val="65000"/>
                    <a:lumOff val="35000"/>
                  </a:schemeClr>
                </a:solidFill>
                <a:latin typeface="맑은 고딕" panose="020B0503020000020004" pitchFamily="50" charset="-127"/>
                <a:ea typeface="맑은 고딕" pitchFamily="50" charset="-127"/>
              </a:rPr>
              <a:t>: 2026</a:t>
            </a:r>
            <a:r>
              <a:rPr lang="ko-KR" altLang="ko-KR" sz="900" kern="0" spc="-50" dirty="0">
                <a:ln>
                  <a:solidFill>
                    <a:srgbClr val="000000">
                      <a:alpha val="0"/>
                    </a:srgbClr>
                  </a:solidFill>
                </a:ln>
                <a:solidFill>
                  <a:schemeClr val="tx1">
                    <a:lumMod val="65000"/>
                    <a:lumOff val="35000"/>
                  </a:schemeClr>
                </a:solidFill>
                <a:latin typeface="맑은 고딕" panose="020B0503020000020004" pitchFamily="50" charset="-127"/>
                <a:ea typeface="맑은 고딕" pitchFamily="50" charset="-127"/>
              </a:rPr>
              <a:t>년</a:t>
            </a:r>
            <a:r>
              <a:rPr lang="en-US" altLang="ko-KR" sz="900" kern="0" spc="-50" dirty="0">
                <a:ln>
                  <a:solidFill>
                    <a:srgbClr val="000000">
                      <a:alpha val="0"/>
                    </a:srgbClr>
                  </a:solidFill>
                </a:ln>
                <a:solidFill>
                  <a:schemeClr val="tx1">
                    <a:lumMod val="65000"/>
                    <a:lumOff val="35000"/>
                  </a:schemeClr>
                </a:solidFill>
                <a:latin typeface="맑은 고딕" panose="020B0503020000020004" pitchFamily="50" charset="-127"/>
                <a:ea typeface="맑은 고딕" pitchFamily="50" charset="-127"/>
              </a:rPr>
              <a:t> 09</a:t>
            </a:r>
            <a:r>
              <a:rPr lang="ko-KR" altLang="en-US" sz="900" kern="0" spc="-50" dirty="0">
                <a:ln>
                  <a:solidFill>
                    <a:srgbClr val="000000">
                      <a:alpha val="0"/>
                    </a:srgbClr>
                  </a:solidFill>
                </a:ln>
                <a:solidFill>
                  <a:schemeClr val="tx1">
                    <a:lumMod val="65000"/>
                    <a:lumOff val="35000"/>
                  </a:schemeClr>
                </a:solidFill>
                <a:latin typeface="맑은 고딕" panose="020B0503020000020004" pitchFamily="50" charset="-127"/>
                <a:ea typeface="맑은 고딕" pitchFamily="50" charset="-127"/>
              </a:rPr>
              <a:t>월 </a:t>
            </a:r>
            <a:r>
              <a:rPr lang="en-US" altLang="ko-KR" sz="900" kern="0" spc="-50" dirty="0">
                <a:ln>
                  <a:solidFill>
                    <a:srgbClr val="000000">
                      <a:alpha val="0"/>
                    </a:srgbClr>
                  </a:solidFill>
                </a:ln>
                <a:solidFill>
                  <a:schemeClr val="tx1">
                    <a:lumMod val="65000"/>
                    <a:lumOff val="35000"/>
                  </a:schemeClr>
                </a:solidFill>
                <a:latin typeface="맑은 고딕" panose="020B0503020000020004" pitchFamily="50" charset="-127"/>
                <a:ea typeface="맑은 고딕" pitchFamily="50" charset="-127"/>
              </a:rPr>
              <a:t>22</a:t>
            </a:r>
            <a:r>
              <a:rPr lang="ko-KR" altLang="en-US" sz="900" kern="0" spc="-50" dirty="0" err="1">
                <a:ln>
                  <a:solidFill>
                    <a:srgbClr val="000000">
                      <a:alpha val="0"/>
                    </a:srgbClr>
                  </a:solidFill>
                </a:ln>
                <a:solidFill>
                  <a:schemeClr val="tx1">
                    <a:lumMod val="65000"/>
                    <a:lumOff val="35000"/>
                  </a:schemeClr>
                </a:solidFill>
                <a:latin typeface="맑은 고딕" panose="020B0503020000020004" pitchFamily="50" charset="-127"/>
                <a:ea typeface="맑은 고딕" pitchFamily="50" charset="-127"/>
              </a:rPr>
              <a:t>ㄽㅁ</a:t>
            </a:r>
            <a:r>
              <a:rPr lang="en-US" altLang="ko-KR" sz="900" kern="0" spc="-50" dirty="0">
                <a:ln>
                  <a:solidFill>
                    <a:srgbClr val="000000">
                      <a:alpha val="0"/>
                    </a:srgbClr>
                  </a:solidFill>
                </a:ln>
                <a:solidFill>
                  <a:schemeClr val="tx1">
                    <a:lumMod val="65000"/>
                    <a:lumOff val="35000"/>
                  </a:schemeClr>
                </a:solidFill>
                <a:latin typeface="맑은 고딕" panose="020B0503020000020004" pitchFamily="50" charset="-127"/>
                <a:ea typeface="맑은 고딕" pitchFamily="50" charset="-127"/>
              </a:rPr>
              <a:t>12</a:t>
            </a:r>
            <a:r>
              <a:rPr lang="ko-KR" altLang="ko-KR" sz="900" kern="0" spc="-50" dirty="0">
                <a:ln>
                  <a:solidFill>
                    <a:srgbClr val="000000">
                      <a:alpha val="0"/>
                    </a:srgbClr>
                  </a:solidFill>
                </a:ln>
                <a:solidFill>
                  <a:schemeClr val="tx1">
                    <a:lumMod val="65000"/>
                    <a:lumOff val="35000"/>
                  </a:schemeClr>
                </a:solidFill>
                <a:latin typeface="맑은 고딕" panose="020B0503020000020004" pitchFamily="50" charset="-127"/>
                <a:ea typeface="맑은 고딕" pitchFamily="50" charset="-127"/>
              </a:rPr>
              <a:t>일</a:t>
            </a:r>
            <a:r>
              <a:rPr lang="en-US" altLang="ko-KR" sz="900" kern="0" spc="-50" dirty="0">
                <a:ln>
                  <a:solidFill>
                    <a:srgbClr val="000000">
                      <a:alpha val="0"/>
                    </a:srgbClr>
                  </a:solidFill>
                </a:ln>
                <a:solidFill>
                  <a:schemeClr val="tx1">
                    <a:lumMod val="65000"/>
                    <a:lumOff val="35000"/>
                  </a:schemeClr>
                </a:solidFill>
                <a:latin typeface="맑은 고딕" panose="020B0503020000020004" pitchFamily="50" charset="-127"/>
                <a:ea typeface="맑은 고딕" pitchFamily="50" charset="-127"/>
              </a:rPr>
              <a:t> </a:t>
            </a:r>
            <a:r>
              <a:rPr lang="ko-KR" altLang="ko-KR" sz="900" kern="0" spc="-50" dirty="0">
                <a:ln>
                  <a:solidFill>
                    <a:srgbClr val="000000">
                      <a:alpha val="0"/>
                    </a:srgbClr>
                  </a:solidFill>
                </a:ln>
                <a:solidFill>
                  <a:schemeClr val="tx1">
                    <a:lumMod val="65000"/>
                    <a:lumOff val="35000"/>
                  </a:schemeClr>
                </a:solidFill>
                <a:latin typeface="맑은 고딕" panose="020B0503020000020004" pitchFamily="50" charset="-127"/>
                <a:ea typeface="맑은 고딕" pitchFamily="50" charset="-127"/>
              </a:rPr>
              <a:t>이전까지</a:t>
            </a:r>
            <a:r>
              <a:rPr lang="en-US" altLang="ko-KR" sz="900" kern="0" spc="-50" dirty="0">
                <a:ln>
                  <a:solidFill>
                    <a:srgbClr val="000000">
                      <a:alpha val="0"/>
                    </a:srgbClr>
                  </a:solidFill>
                </a:ln>
                <a:solidFill>
                  <a:schemeClr val="tx1">
                    <a:lumMod val="65000"/>
                    <a:lumOff val="35000"/>
                  </a:schemeClr>
                </a:solidFill>
                <a:latin typeface="맑은 고딕" panose="020B0503020000020004" pitchFamily="50" charset="-127"/>
                <a:ea typeface="맑은 고딕" pitchFamily="50" charset="-127"/>
              </a:rPr>
              <a:t> </a:t>
            </a:r>
            <a:r>
              <a:rPr lang="ko-KR" altLang="ko-KR" sz="900" kern="0" spc="-50" dirty="0">
                <a:ln>
                  <a:solidFill>
                    <a:srgbClr val="000000">
                      <a:alpha val="0"/>
                    </a:srgbClr>
                  </a:solidFill>
                </a:ln>
                <a:solidFill>
                  <a:schemeClr val="tx1">
                    <a:lumMod val="65000"/>
                    <a:lumOff val="35000"/>
                  </a:schemeClr>
                </a:solidFill>
                <a:latin typeface="맑은 고딕" panose="020B0503020000020004" pitchFamily="50" charset="-127"/>
                <a:ea typeface="맑은 고딕" pitchFamily="50" charset="-127"/>
              </a:rPr>
              <a:t>귀사로부터 제공된 자료내용을 반영한 것이며</a:t>
            </a:r>
            <a:r>
              <a:rPr lang="en-US" altLang="ko-KR" sz="900" kern="0" spc="-50" dirty="0">
                <a:ln>
                  <a:solidFill>
                    <a:srgbClr val="000000">
                      <a:alpha val="0"/>
                    </a:srgbClr>
                  </a:solidFill>
                </a:ln>
                <a:solidFill>
                  <a:schemeClr val="tx1">
                    <a:lumMod val="65000"/>
                    <a:lumOff val="35000"/>
                  </a:schemeClr>
                </a:solidFill>
                <a:latin typeface="맑은 고딕" panose="020B0503020000020004" pitchFamily="50" charset="-127"/>
                <a:ea typeface="맑은 고딕" pitchFamily="50" charset="-127"/>
              </a:rPr>
              <a:t>, </a:t>
            </a:r>
            <a:r>
              <a:rPr lang="ko-KR" altLang="ko-KR" sz="900" kern="0" spc="-50" dirty="0">
                <a:ln>
                  <a:solidFill>
                    <a:srgbClr val="000000">
                      <a:alpha val="0"/>
                    </a:srgbClr>
                  </a:solidFill>
                </a:ln>
                <a:solidFill>
                  <a:schemeClr val="tx1">
                    <a:lumMod val="65000"/>
                    <a:lumOff val="35000"/>
                  </a:schemeClr>
                </a:solidFill>
                <a:latin typeface="맑은 고딕" panose="020B0503020000020004" pitchFamily="50" charset="-127"/>
                <a:ea typeface="맑은 고딕" pitchFamily="50" charset="-127"/>
              </a:rPr>
              <a:t>보고서 날짜</a:t>
            </a:r>
            <a:r>
              <a:rPr lang="en-US" altLang="ko-KR" sz="900" kern="0" spc="-50" dirty="0">
                <a:ln>
                  <a:solidFill>
                    <a:srgbClr val="000000">
                      <a:alpha val="0"/>
                    </a:srgbClr>
                  </a:solidFill>
                </a:ln>
                <a:solidFill>
                  <a:schemeClr val="tx1">
                    <a:lumMod val="65000"/>
                    <a:lumOff val="35000"/>
                  </a:schemeClr>
                </a:solidFill>
                <a:latin typeface="맑은 고딕" panose="020B0503020000020004" pitchFamily="50" charset="-127"/>
                <a:ea typeface="맑은 고딕" pitchFamily="50" charset="-127"/>
              </a:rPr>
              <a:t>: 2026</a:t>
            </a:r>
            <a:r>
              <a:rPr lang="ko-KR" altLang="ko-KR" sz="900" kern="0" spc="-50" dirty="0">
                <a:ln>
                  <a:solidFill>
                    <a:srgbClr val="000000">
                      <a:alpha val="0"/>
                    </a:srgbClr>
                  </a:solidFill>
                </a:ln>
                <a:solidFill>
                  <a:schemeClr val="tx1">
                    <a:lumMod val="65000"/>
                    <a:lumOff val="35000"/>
                  </a:schemeClr>
                </a:solidFill>
                <a:latin typeface="맑은 고딕" panose="020B0503020000020004" pitchFamily="50" charset="-127"/>
                <a:ea typeface="맑은 고딕" pitchFamily="50" charset="-127"/>
              </a:rPr>
              <a:t>년</a:t>
            </a:r>
            <a:r>
              <a:rPr lang="en-US" altLang="ko-KR" sz="900" kern="0" spc="-50" dirty="0">
                <a:ln>
                  <a:solidFill>
                    <a:srgbClr val="000000">
                      <a:alpha val="0"/>
                    </a:srgbClr>
                  </a:solidFill>
                </a:ln>
                <a:solidFill>
                  <a:schemeClr val="tx1">
                    <a:lumMod val="65000"/>
                    <a:lumOff val="35000"/>
                  </a:schemeClr>
                </a:solidFill>
                <a:latin typeface="맑은 고딕" panose="020B0503020000020004" pitchFamily="50" charset="-127"/>
                <a:ea typeface="맑은 고딕" pitchFamily="50" charset="-127"/>
              </a:rPr>
              <a:t> 09</a:t>
            </a:r>
            <a:r>
              <a:rPr lang="ko-KR" altLang="en-US" sz="900" kern="0" spc="-50" dirty="0">
                <a:ln>
                  <a:solidFill>
                    <a:srgbClr val="000000">
                      <a:alpha val="0"/>
                    </a:srgbClr>
                  </a:solidFill>
                </a:ln>
                <a:solidFill>
                  <a:schemeClr val="tx1">
                    <a:lumMod val="65000"/>
                    <a:lumOff val="35000"/>
                  </a:schemeClr>
                </a:solidFill>
                <a:latin typeface="맑은 고딕" panose="020B0503020000020004" pitchFamily="50" charset="-127"/>
                <a:ea typeface="맑은 고딕" pitchFamily="50" charset="-127"/>
              </a:rPr>
              <a:t>월 </a:t>
            </a:r>
            <a:r>
              <a:rPr lang="en-US" altLang="ko-KR" sz="900" kern="0" spc="-50" dirty="0">
                <a:ln>
                  <a:solidFill>
                    <a:srgbClr val="000000">
                      <a:alpha val="0"/>
                    </a:srgbClr>
                  </a:solidFill>
                </a:ln>
                <a:solidFill>
                  <a:schemeClr val="tx1">
                    <a:lumMod val="65000"/>
                    <a:lumOff val="35000"/>
                  </a:schemeClr>
                </a:solidFill>
                <a:latin typeface="맑은 고딕" panose="020B0503020000020004" pitchFamily="50" charset="-127"/>
                <a:ea typeface="맑은 고딕" pitchFamily="50" charset="-127"/>
              </a:rPr>
              <a:t>22</a:t>
            </a:r>
            <a:r>
              <a:rPr lang="ko-KR" altLang="ko-KR" sz="900" kern="0" spc="-50" dirty="0">
                <a:ln>
                  <a:solidFill>
                    <a:srgbClr val="000000">
                      <a:alpha val="0"/>
                    </a:srgbClr>
                  </a:solidFill>
                </a:ln>
                <a:solidFill>
                  <a:schemeClr val="tx1">
                    <a:lumMod val="65000"/>
                    <a:lumOff val="35000"/>
                  </a:schemeClr>
                </a:solidFill>
                <a:latin typeface="맑은 고딕" panose="020B0503020000020004" pitchFamily="50" charset="-127"/>
                <a:ea typeface="맑은 고딕" pitchFamily="50" charset="-127"/>
              </a:rPr>
              <a:t>일</a:t>
            </a:r>
            <a:r>
              <a:rPr lang="en-US" altLang="ko-KR" sz="900" kern="0" spc="-50" dirty="0">
                <a:ln>
                  <a:solidFill>
                    <a:srgbClr val="000000">
                      <a:alpha val="0"/>
                    </a:srgbClr>
                  </a:solidFill>
                </a:ln>
                <a:solidFill>
                  <a:schemeClr val="tx1">
                    <a:lumMod val="65000"/>
                    <a:lumOff val="35000"/>
                  </a:schemeClr>
                </a:solidFill>
                <a:latin typeface="맑은 고딕" panose="020B0503020000020004" pitchFamily="50" charset="-127"/>
                <a:ea typeface="맑은 고딕" pitchFamily="50" charset="-127"/>
              </a:rPr>
              <a:t> </a:t>
            </a:r>
            <a:r>
              <a:rPr lang="ko-KR" altLang="ko-KR" sz="900" kern="0" spc="-50" dirty="0">
                <a:ln>
                  <a:solidFill>
                    <a:srgbClr val="000000">
                      <a:alpha val="0"/>
                    </a:srgbClr>
                  </a:solidFill>
                </a:ln>
                <a:solidFill>
                  <a:schemeClr val="tx1">
                    <a:lumMod val="65000"/>
                    <a:lumOff val="35000"/>
                  </a:schemeClr>
                </a:solidFill>
                <a:latin typeface="맑은 고딕" panose="020B0503020000020004" pitchFamily="50" charset="-127"/>
                <a:ea typeface="맑은 고딕" pitchFamily="50" charset="-127"/>
              </a:rPr>
              <a:t>이후의 변경사항을 수정 반영할</a:t>
            </a:r>
            <a:r>
              <a:rPr lang="en-US" altLang="ko-KR" sz="900" kern="0" spc="-50" dirty="0">
                <a:ln>
                  <a:solidFill>
                    <a:srgbClr val="000000">
                      <a:alpha val="0"/>
                    </a:srgbClr>
                  </a:solidFill>
                </a:ln>
                <a:solidFill>
                  <a:schemeClr val="tx1">
                    <a:lumMod val="65000"/>
                    <a:lumOff val="35000"/>
                  </a:schemeClr>
                </a:solidFill>
                <a:latin typeface="맑은 고딕" panose="020B0503020000020004" pitchFamily="50" charset="-127"/>
                <a:ea typeface="맑은 고딕" pitchFamily="50" charset="-127"/>
              </a:rPr>
              <a:t> KPMG</a:t>
            </a:r>
            <a:r>
              <a:rPr lang="ko-KR" altLang="ko-KR" sz="900" kern="0" spc="-50" dirty="0">
                <a:ln>
                  <a:solidFill>
                    <a:srgbClr val="000000">
                      <a:alpha val="0"/>
                    </a:srgbClr>
                  </a:solidFill>
                </a:ln>
                <a:solidFill>
                  <a:schemeClr val="tx1">
                    <a:lumMod val="65000"/>
                    <a:lumOff val="35000"/>
                  </a:schemeClr>
                </a:solidFill>
                <a:latin typeface="맑은 고딕" panose="020B0503020000020004" pitchFamily="50" charset="-127"/>
                <a:ea typeface="맑은 고딕" pitchFamily="50" charset="-127"/>
              </a:rPr>
              <a:t>의 책임은 없습니다</a:t>
            </a:r>
            <a:r>
              <a:rPr lang="en-US" altLang="ko-KR" sz="900" kern="0" spc="-50" dirty="0">
                <a:ln>
                  <a:solidFill>
                    <a:srgbClr val="000000">
                      <a:alpha val="0"/>
                    </a:srgbClr>
                  </a:solidFill>
                </a:ln>
                <a:solidFill>
                  <a:schemeClr val="tx1">
                    <a:lumMod val="65000"/>
                    <a:lumOff val="35000"/>
                  </a:schemeClr>
                </a:solidFill>
                <a:latin typeface="맑은 고딕" panose="020B0503020000020004" pitchFamily="50" charset="-127"/>
                <a:ea typeface="맑은 고딕" pitchFamily="50" charset="-127"/>
              </a:rPr>
              <a:t>. </a:t>
            </a:r>
            <a:r>
              <a:rPr lang="ko-KR" altLang="ko-KR" sz="900" kern="0" spc="-50" dirty="0">
                <a:ln>
                  <a:solidFill>
                    <a:srgbClr val="000000">
                      <a:alpha val="0"/>
                    </a:srgbClr>
                  </a:solidFill>
                </a:ln>
                <a:solidFill>
                  <a:schemeClr val="tx1">
                    <a:lumMod val="65000"/>
                    <a:lumOff val="35000"/>
                  </a:schemeClr>
                </a:solidFill>
                <a:latin typeface="맑은 고딕" panose="020B0503020000020004" pitchFamily="50" charset="-127"/>
                <a:ea typeface="맑은 고딕" pitchFamily="50" charset="-127"/>
              </a:rPr>
              <a:t>본 용역의 결과물은 본 용역에 대한 용역계약서의 내용과 같이 이용이 제한되었으며</a:t>
            </a:r>
            <a:r>
              <a:rPr lang="en-US" altLang="ko-KR" sz="900" kern="0" spc="-50" dirty="0">
                <a:ln>
                  <a:solidFill>
                    <a:srgbClr val="000000">
                      <a:alpha val="0"/>
                    </a:srgbClr>
                  </a:solidFill>
                </a:ln>
                <a:solidFill>
                  <a:schemeClr val="tx1">
                    <a:lumMod val="65000"/>
                    <a:lumOff val="35000"/>
                  </a:schemeClr>
                </a:solidFill>
                <a:latin typeface="맑은 고딕" panose="020B0503020000020004" pitchFamily="50" charset="-127"/>
                <a:ea typeface="맑은 고딕" pitchFamily="50" charset="-127"/>
              </a:rPr>
              <a:t>, </a:t>
            </a:r>
            <a:r>
              <a:rPr lang="ko-KR" altLang="ko-KR" sz="900" kern="0" spc="-50" dirty="0">
                <a:ln>
                  <a:solidFill>
                    <a:srgbClr val="000000">
                      <a:alpha val="0"/>
                    </a:srgbClr>
                  </a:solidFill>
                </a:ln>
                <a:solidFill>
                  <a:schemeClr val="tx1">
                    <a:lumMod val="65000"/>
                    <a:lumOff val="35000"/>
                  </a:schemeClr>
                </a:solidFill>
                <a:latin typeface="맑은 고딕" panose="020B0503020000020004" pitchFamily="50" charset="-127"/>
                <a:ea typeface="맑은 고딕" pitchFamily="50" charset="-127"/>
              </a:rPr>
              <a:t>계약서상에 명시된 이외의 목적이나</a:t>
            </a:r>
            <a:r>
              <a:rPr lang="en-US" altLang="ko-KR" sz="900" kern="0" spc="-50" dirty="0">
                <a:ln>
                  <a:solidFill>
                    <a:srgbClr val="000000">
                      <a:alpha val="0"/>
                    </a:srgbClr>
                  </a:solidFill>
                </a:ln>
                <a:solidFill>
                  <a:schemeClr val="tx1">
                    <a:lumMod val="65000"/>
                    <a:lumOff val="35000"/>
                  </a:schemeClr>
                </a:solidFill>
                <a:latin typeface="맑은 고딕" panose="020B0503020000020004" pitchFamily="50" charset="-127"/>
                <a:ea typeface="맑은 고딕" pitchFamily="50" charset="-127"/>
              </a:rPr>
              <a:t>, </a:t>
            </a:r>
            <a:r>
              <a:rPr lang="ko-KR" altLang="ko-KR" sz="900" kern="0" spc="-50" dirty="0">
                <a:ln>
                  <a:solidFill>
                    <a:srgbClr val="000000">
                      <a:alpha val="0"/>
                    </a:srgbClr>
                  </a:solidFill>
                </a:ln>
                <a:solidFill>
                  <a:schemeClr val="tx1">
                    <a:lumMod val="65000"/>
                    <a:lumOff val="35000"/>
                  </a:schemeClr>
                </a:solidFill>
                <a:latin typeface="맑은 고딕" panose="020B0503020000020004" pitchFamily="50" charset="-127"/>
                <a:ea typeface="맑은 고딕" pitchFamily="50" charset="-127"/>
              </a:rPr>
              <a:t>귀사의 경영진이 아닌 제</a:t>
            </a:r>
            <a:r>
              <a:rPr lang="en-US" altLang="ko-KR" sz="900" kern="0" spc="-50" dirty="0">
                <a:ln>
                  <a:solidFill>
                    <a:srgbClr val="000000">
                      <a:alpha val="0"/>
                    </a:srgbClr>
                  </a:solidFill>
                </a:ln>
                <a:solidFill>
                  <a:schemeClr val="tx1">
                    <a:lumMod val="65000"/>
                    <a:lumOff val="35000"/>
                  </a:schemeClr>
                </a:solidFill>
                <a:latin typeface="맑은 고딕" panose="020B0503020000020004" pitchFamily="50" charset="-127"/>
                <a:ea typeface="맑은 고딕" pitchFamily="50" charset="-127"/>
              </a:rPr>
              <a:t>3</a:t>
            </a:r>
            <a:r>
              <a:rPr lang="ko-KR" altLang="ko-KR" sz="900" kern="0" spc="-50" dirty="0">
                <a:ln>
                  <a:solidFill>
                    <a:srgbClr val="000000">
                      <a:alpha val="0"/>
                    </a:srgbClr>
                  </a:solidFill>
                </a:ln>
                <a:solidFill>
                  <a:schemeClr val="tx1">
                    <a:lumMod val="65000"/>
                    <a:lumOff val="35000"/>
                  </a:schemeClr>
                </a:solidFill>
                <a:latin typeface="맑은 고딕" panose="020B0503020000020004" pitchFamily="50" charset="-127"/>
                <a:ea typeface="맑은 고딕" pitchFamily="50" charset="-127"/>
              </a:rPr>
              <a:t>자의 이용</a:t>
            </a:r>
            <a:r>
              <a:rPr lang="en-US" altLang="ko-KR" sz="900" kern="0" spc="-50" dirty="0">
                <a:ln>
                  <a:solidFill>
                    <a:srgbClr val="000000">
                      <a:alpha val="0"/>
                    </a:srgbClr>
                  </a:solidFill>
                </a:ln>
                <a:solidFill>
                  <a:schemeClr val="tx1">
                    <a:lumMod val="65000"/>
                    <a:lumOff val="35000"/>
                  </a:schemeClr>
                </a:solidFill>
                <a:latin typeface="맑은 고딕" panose="020B0503020000020004" pitchFamily="50" charset="-127"/>
                <a:ea typeface="맑은 고딕" pitchFamily="50" charset="-127"/>
              </a:rPr>
              <a:t>, </a:t>
            </a:r>
            <a:r>
              <a:rPr lang="ko-KR" altLang="ko-KR" sz="900" kern="0" spc="-50" dirty="0">
                <a:ln>
                  <a:solidFill>
                    <a:srgbClr val="000000">
                      <a:alpha val="0"/>
                    </a:srgbClr>
                  </a:solidFill>
                </a:ln>
                <a:solidFill>
                  <a:schemeClr val="tx1">
                    <a:lumMod val="65000"/>
                    <a:lumOff val="35000"/>
                  </a:schemeClr>
                </a:solidFill>
                <a:latin typeface="맑은 고딕" panose="020B0503020000020004" pitchFamily="50" charset="-127"/>
                <a:ea typeface="맑은 고딕" pitchFamily="50" charset="-127"/>
              </a:rPr>
              <a:t>배포에 사용되어서는 안됩니다</a:t>
            </a:r>
            <a:r>
              <a:rPr lang="en-US" altLang="ko-KR" sz="900" kern="0" spc="-50" dirty="0">
                <a:ln>
                  <a:solidFill>
                    <a:srgbClr val="000000">
                      <a:alpha val="0"/>
                    </a:srgbClr>
                  </a:solidFill>
                </a:ln>
                <a:solidFill>
                  <a:schemeClr val="tx1">
                    <a:lumMod val="65000"/>
                    <a:lumOff val="35000"/>
                  </a:schemeClr>
                </a:solidFill>
                <a:latin typeface="맑은 고딕" panose="020B0503020000020004" pitchFamily="50" charset="-127"/>
                <a:ea typeface="맑은 고딕" pitchFamily="50" charset="-127"/>
              </a:rPr>
              <a:t>.</a:t>
            </a:r>
            <a:endParaRPr lang="ko-KR" altLang="ko-KR" sz="900" kern="0" spc="-50" dirty="0">
              <a:ln>
                <a:solidFill>
                  <a:srgbClr val="000000">
                    <a:alpha val="0"/>
                  </a:srgbClr>
                </a:solidFill>
              </a:ln>
              <a:solidFill>
                <a:schemeClr val="tx1">
                  <a:lumMod val="65000"/>
                  <a:lumOff val="35000"/>
                </a:schemeClr>
              </a:solidFill>
              <a:latin typeface="맑은 고딕" panose="020B0503020000020004" pitchFamily="50" charset="-127"/>
              <a:ea typeface="맑은 고딕" pitchFamily="50" charset="-127"/>
            </a:endParaRPr>
          </a:p>
        </p:txBody>
      </p:sp>
      <p:graphicFrame>
        <p:nvGraphicFramePr>
          <p:cNvPr id="7" name="표 6">
            <a:extLst>
              <a:ext uri="{FF2B5EF4-FFF2-40B4-BE49-F238E27FC236}">
                <a16:creationId xmlns:a16="http://schemas.microsoft.com/office/drawing/2014/main" id="{61AC7DEF-A9D8-4661-B397-719AA634F751}"/>
              </a:ext>
            </a:extLst>
          </p:cNvPr>
          <p:cNvGraphicFramePr>
            <a:graphicFrameLocks noGrp="1"/>
          </p:cNvGraphicFramePr>
          <p:nvPr>
            <p:extLst>
              <p:ext uri="{D42A27DB-BD31-4B8C-83A1-F6EECF244321}">
                <p14:modId xmlns:p14="http://schemas.microsoft.com/office/powerpoint/2010/main" val="775736966"/>
              </p:ext>
            </p:extLst>
          </p:nvPr>
        </p:nvGraphicFramePr>
        <p:xfrm>
          <a:off x="5613400" y="4474322"/>
          <a:ext cx="3084000" cy="770031"/>
        </p:xfrm>
        <a:graphic>
          <a:graphicData uri="http://schemas.openxmlformats.org/drawingml/2006/table">
            <a:tbl>
              <a:tblPr firstRow="1" bandRow="1"/>
              <a:tblGrid>
                <a:gridCol w="1542000">
                  <a:extLst>
                    <a:ext uri="{9D8B030D-6E8A-4147-A177-3AD203B41FA5}">
                      <a16:colId xmlns:a16="http://schemas.microsoft.com/office/drawing/2014/main" val="4153948039"/>
                    </a:ext>
                  </a:extLst>
                </a:gridCol>
                <a:gridCol w="1542000">
                  <a:extLst>
                    <a:ext uri="{9D8B030D-6E8A-4147-A177-3AD203B41FA5}">
                      <a16:colId xmlns:a16="http://schemas.microsoft.com/office/drawing/2014/main" val="1325663792"/>
                    </a:ext>
                  </a:extLst>
                </a:gridCol>
              </a:tblGrid>
              <a:tr h="232149">
                <a:tc>
                  <a:txBody>
                    <a:bodyPr/>
                    <a:lstStyle>
                      <a:lvl1pPr marL="0" algn="l" defTabSz="914400" rtl="0" eaLnBrk="1" latinLnBrk="1" hangingPunct="1">
                        <a:defRPr sz="1800" b="1" kern="1200">
                          <a:solidFill>
                            <a:schemeClr val="lt1"/>
                          </a:solidFill>
                          <a:latin typeface="Calibri"/>
                        </a:defRPr>
                      </a:lvl1pPr>
                      <a:lvl2pPr marL="457200" algn="l" defTabSz="914400" rtl="0" eaLnBrk="1" latinLnBrk="1" hangingPunct="1">
                        <a:defRPr sz="1800" b="1" kern="1200">
                          <a:solidFill>
                            <a:schemeClr val="lt1"/>
                          </a:solidFill>
                          <a:latin typeface="Calibri"/>
                        </a:defRPr>
                      </a:lvl2pPr>
                      <a:lvl3pPr marL="914400" algn="l" defTabSz="914400" rtl="0" eaLnBrk="1" latinLnBrk="1" hangingPunct="1">
                        <a:defRPr sz="1800" b="1" kern="1200">
                          <a:solidFill>
                            <a:schemeClr val="lt1"/>
                          </a:solidFill>
                          <a:latin typeface="Calibri"/>
                        </a:defRPr>
                      </a:lvl3pPr>
                      <a:lvl4pPr marL="1371600" algn="l" defTabSz="914400" rtl="0" eaLnBrk="1" latinLnBrk="1" hangingPunct="1">
                        <a:defRPr sz="1800" b="1" kern="1200">
                          <a:solidFill>
                            <a:schemeClr val="lt1"/>
                          </a:solidFill>
                          <a:latin typeface="Calibri"/>
                        </a:defRPr>
                      </a:lvl4pPr>
                      <a:lvl5pPr marL="1828800" algn="l" defTabSz="914400" rtl="0" eaLnBrk="1" latinLnBrk="1" hangingPunct="1">
                        <a:defRPr sz="1800" b="1" kern="1200">
                          <a:solidFill>
                            <a:schemeClr val="lt1"/>
                          </a:solidFill>
                          <a:latin typeface="Calibri"/>
                        </a:defRPr>
                      </a:lvl5pPr>
                      <a:lvl6pPr marL="2286000" algn="l" defTabSz="914400" rtl="0" eaLnBrk="1" latinLnBrk="1" hangingPunct="1">
                        <a:defRPr sz="1800" b="1" kern="1200">
                          <a:solidFill>
                            <a:schemeClr val="lt1"/>
                          </a:solidFill>
                          <a:latin typeface="Calibri"/>
                        </a:defRPr>
                      </a:lvl6pPr>
                      <a:lvl7pPr marL="2743200" algn="l" defTabSz="914400" rtl="0" eaLnBrk="1" latinLnBrk="1" hangingPunct="1">
                        <a:defRPr sz="1800" b="1" kern="1200">
                          <a:solidFill>
                            <a:schemeClr val="lt1"/>
                          </a:solidFill>
                          <a:latin typeface="Calibri"/>
                        </a:defRPr>
                      </a:lvl7pPr>
                      <a:lvl8pPr marL="3200400" algn="l" defTabSz="914400" rtl="0" eaLnBrk="1" latinLnBrk="1" hangingPunct="1">
                        <a:defRPr sz="1800" b="1" kern="1200">
                          <a:solidFill>
                            <a:schemeClr val="lt1"/>
                          </a:solidFill>
                          <a:latin typeface="Calibri"/>
                        </a:defRPr>
                      </a:lvl8pPr>
                      <a:lvl9pPr marL="3657600" algn="l" defTabSz="914400" rtl="0" eaLnBrk="1" latinLnBrk="1" hangingPunct="1">
                        <a:defRPr sz="1800" b="1" kern="1200">
                          <a:solidFill>
                            <a:schemeClr val="lt1"/>
                          </a:solidFill>
                          <a:latin typeface="Calibri"/>
                        </a:defRPr>
                      </a:lvl9p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1" kern="0" spc="-50" dirty="0">
                          <a:ln>
                            <a:solidFill>
                              <a:srgbClr val="000000">
                                <a:alpha val="0"/>
                              </a:srgbClr>
                            </a:solidFill>
                          </a:ln>
                          <a:solidFill>
                            <a:schemeClr val="bg1"/>
                          </a:solidFill>
                          <a:latin typeface="맑은 고딕" panose="020B0503020000020004" pitchFamily="50" charset="-127"/>
                          <a:ea typeface="맑은 고딕" pitchFamily="50" charset="-127"/>
                          <a:cs typeface="+mn-cs"/>
                        </a:rPr>
                        <a:t>Engagement Partner</a:t>
                      </a:r>
                      <a:endParaRPr lang="ko-KR" altLang="en-US" sz="1000" b="1" kern="0" spc="-50" dirty="0">
                        <a:ln>
                          <a:solidFill>
                            <a:srgbClr val="000000">
                              <a:alpha val="0"/>
                            </a:srgbClr>
                          </a:solidFill>
                        </a:ln>
                        <a:solidFill>
                          <a:schemeClr val="bg1"/>
                        </a:solidFill>
                        <a:latin typeface="맑은 고딕" panose="020B0503020000020004" pitchFamily="50" charset="-127"/>
                        <a:ea typeface="맑은 고딕" pitchFamily="50" charset="-127"/>
                        <a:cs typeface="+mn-cs"/>
                      </a:endParaRPr>
                    </a:p>
                  </a:txBody>
                  <a:tcPr anchor="ctr">
                    <a:lnL w="6350" cap="flat" cmpd="sng" algn="ctr">
                      <a:solidFill>
                        <a:schemeClr val="tx2"/>
                      </a:solidFill>
                      <a:prstDash val="solid"/>
                      <a:round/>
                      <a:headEnd type="none" w="med" len="med"/>
                      <a:tailEnd type="none" w="med" len="med"/>
                    </a:lnL>
                    <a:lnR w="12700" cmpd="sng">
                      <a:solidFill>
                        <a:sysClr val="window" lastClr="FFFFFF"/>
                      </a:solidFill>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solidFill>
                      <a:srgbClr val="00338D"/>
                    </a:solidFill>
                  </a:tcPr>
                </a:tc>
                <a:tc>
                  <a:txBody>
                    <a:bodyPr/>
                    <a:lstStyle>
                      <a:lvl1pPr marL="0" algn="l" defTabSz="914400" rtl="0" eaLnBrk="1" latinLnBrk="1" hangingPunct="1">
                        <a:defRPr sz="1800" b="1" kern="1200">
                          <a:solidFill>
                            <a:schemeClr val="lt1"/>
                          </a:solidFill>
                          <a:latin typeface="Calibri"/>
                        </a:defRPr>
                      </a:lvl1pPr>
                      <a:lvl2pPr marL="457200" algn="l" defTabSz="914400" rtl="0" eaLnBrk="1" latinLnBrk="1" hangingPunct="1">
                        <a:defRPr sz="1800" b="1" kern="1200">
                          <a:solidFill>
                            <a:schemeClr val="lt1"/>
                          </a:solidFill>
                          <a:latin typeface="Calibri"/>
                        </a:defRPr>
                      </a:lvl2pPr>
                      <a:lvl3pPr marL="914400" algn="l" defTabSz="914400" rtl="0" eaLnBrk="1" latinLnBrk="1" hangingPunct="1">
                        <a:defRPr sz="1800" b="1" kern="1200">
                          <a:solidFill>
                            <a:schemeClr val="lt1"/>
                          </a:solidFill>
                          <a:latin typeface="Calibri"/>
                        </a:defRPr>
                      </a:lvl3pPr>
                      <a:lvl4pPr marL="1371600" algn="l" defTabSz="914400" rtl="0" eaLnBrk="1" latinLnBrk="1" hangingPunct="1">
                        <a:defRPr sz="1800" b="1" kern="1200">
                          <a:solidFill>
                            <a:schemeClr val="lt1"/>
                          </a:solidFill>
                          <a:latin typeface="Calibri"/>
                        </a:defRPr>
                      </a:lvl4pPr>
                      <a:lvl5pPr marL="1828800" algn="l" defTabSz="914400" rtl="0" eaLnBrk="1" latinLnBrk="1" hangingPunct="1">
                        <a:defRPr sz="1800" b="1" kern="1200">
                          <a:solidFill>
                            <a:schemeClr val="lt1"/>
                          </a:solidFill>
                          <a:latin typeface="Calibri"/>
                        </a:defRPr>
                      </a:lvl5pPr>
                      <a:lvl6pPr marL="2286000" algn="l" defTabSz="914400" rtl="0" eaLnBrk="1" latinLnBrk="1" hangingPunct="1">
                        <a:defRPr sz="1800" b="1" kern="1200">
                          <a:solidFill>
                            <a:schemeClr val="lt1"/>
                          </a:solidFill>
                          <a:latin typeface="Calibri"/>
                        </a:defRPr>
                      </a:lvl6pPr>
                      <a:lvl7pPr marL="2743200" algn="l" defTabSz="914400" rtl="0" eaLnBrk="1" latinLnBrk="1" hangingPunct="1">
                        <a:defRPr sz="1800" b="1" kern="1200">
                          <a:solidFill>
                            <a:schemeClr val="lt1"/>
                          </a:solidFill>
                          <a:latin typeface="Calibri"/>
                        </a:defRPr>
                      </a:lvl7pPr>
                      <a:lvl8pPr marL="3200400" algn="l" defTabSz="914400" rtl="0" eaLnBrk="1" latinLnBrk="1" hangingPunct="1">
                        <a:defRPr sz="1800" b="1" kern="1200">
                          <a:solidFill>
                            <a:schemeClr val="lt1"/>
                          </a:solidFill>
                          <a:latin typeface="Calibri"/>
                        </a:defRPr>
                      </a:lvl8pPr>
                      <a:lvl9pPr marL="3657600" algn="l" defTabSz="914400" rtl="0" eaLnBrk="1" latinLnBrk="1" hangingPunct="1">
                        <a:defRPr sz="1800" b="1" kern="1200">
                          <a:solidFill>
                            <a:schemeClr val="lt1"/>
                          </a:solidFill>
                          <a:latin typeface="Calibri"/>
                        </a:defRPr>
                      </a:lvl9p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1" kern="0" spc="-50" dirty="0">
                          <a:ln>
                            <a:solidFill>
                              <a:srgbClr val="000000">
                                <a:alpha val="0"/>
                              </a:srgbClr>
                            </a:solidFill>
                          </a:ln>
                          <a:solidFill>
                            <a:schemeClr val="bg1"/>
                          </a:solidFill>
                          <a:latin typeface="맑은 고딕" panose="020B0503020000020004" pitchFamily="50" charset="-127"/>
                          <a:ea typeface="맑은 고딕" pitchFamily="50" charset="-127"/>
                          <a:cs typeface="+mn-cs"/>
                        </a:rPr>
                        <a:t>Engagement Manager</a:t>
                      </a:r>
                      <a:endParaRPr lang="ko-KR" altLang="en-US" sz="1000" b="1" kern="0" spc="-50" dirty="0">
                        <a:ln>
                          <a:solidFill>
                            <a:srgbClr val="000000">
                              <a:alpha val="0"/>
                            </a:srgbClr>
                          </a:solidFill>
                        </a:ln>
                        <a:solidFill>
                          <a:schemeClr val="bg1"/>
                        </a:solidFill>
                        <a:latin typeface="맑은 고딕" panose="020B0503020000020004" pitchFamily="50" charset="-127"/>
                        <a:ea typeface="맑은 고딕" pitchFamily="50" charset="-127"/>
                        <a:cs typeface="+mn-cs"/>
                      </a:endParaRPr>
                    </a:p>
                  </a:txBody>
                  <a:tcPr anchor="ctr">
                    <a:lnL w="12700" cmpd="sng">
                      <a:solidFill>
                        <a:sysClr val="window" lastClr="FFFFFF"/>
                      </a:solidFill>
                    </a:lnL>
                    <a:lnR w="12700" cap="flat" cmpd="sng" algn="ctr">
                      <a:solidFill>
                        <a:sysClr val="window" lastClr="FFFFFF"/>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solidFill>
                      <a:srgbClr val="00338D"/>
                    </a:solidFill>
                  </a:tcPr>
                </a:tc>
                <a:extLst>
                  <a:ext uri="{0D108BD9-81ED-4DB2-BD59-A6C34878D82A}">
                    <a16:rowId xmlns:a16="http://schemas.microsoft.com/office/drawing/2014/main" val="1316327912"/>
                  </a:ext>
                </a:extLst>
              </a:tr>
              <a:tr h="526191">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endParaRPr lang="ko-KR" altLang="en-US" sz="1000" b="0" kern="0" spc="-50" dirty="0">
                        <a:ln>
                          <a:solidFill>
                            <a:srgbClr val="000000">
                              <a:alpha val="0"/>
                            </a:srgbClr>
                          </a:solidFill>
                        </a:ln>
                        <a:solidFill>
                          <a:srgbClr val="00338D"/>
                        </a:solidFill>
                        <a:latin typeface="맑은 고딕" panose="020B0503020000020004" pitchFamily="50" charset="-127"/>
                        <a:ea typeface="맑은 고딕" pitchFamily="50" charset="-127"/>
                        <a:cs typeface="+mn-cs"/>
                      </a:endParaRPr>
                    </a:p>
                  </a:txBody>
                  <a:tcPr marL="9525" marR="9525" marT="9525"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endParaRPr lang="en-US" altLang="ko-KR" sz="1000" b="0" kern="0" spc="-50" dirty="0">
                        <a:ln>
                          <a:solidFill>
                            <a:srgbClr val="000000">
                              <a:alpha val="0"/>
                            </a:srgbClr>
                          </a:solidFill>
                        </a:ln>
                        <a:solidFill>
                          <a:srgbClr val="00338D"/>
                        </a:solidFill>
                        <a:latin typeface="맑은 고딕" panose="020B0503020000020004" pitchFamily="50" charset="-127"/>
                        <a:ea typeface="맑은 고딕" pitchFamily="50" charset="-127"/>
                        <a:cs typeface="+mn-cs"/>
                      </a:endParaRPr>
                    </a:p>
                  </a:txBody>
                  <a:tcPr marL="9525" marR="9525" marT="9525"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744032820"/>
                  </a:ext>
                </a:extLst>
              </a:tr>
            </a:tbl>
          </a:graphicData>
        </a:graphic>
      </p:graphicFrame>
    </p:spTree>
    <p:extLst>
      <p:ext uri="{BB962C8B-B14F-4D97-AF65-F5344CB8AC3E}">
        <p14:creationId xmlns:p14="http://schemas.microsoft.com/office/powerpoint/2010/main" val="81480264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9" name="차트 8"/>
          <p:cNvGraphicFramePr/>
          <p:nvPr>
            <p:extLst>
              <p:ext uri="{D42A27DB-BD31-4B8C-83A1-F6EECF244321}">
                <p14:modId xmlns:p14="http://schemas.microsoft.com/office/powerpoint/2010/main" val="1424830584"/>
              </p:ext>
            </p:extLst>
          </p:nvPr>
        </p:nvGraphicFramePr>
        <p:xfrm>
          <a:off x="340495" y="1504962"/>
          <a:ext cx="4428000" cy="2700000"/>
        </p:xfrm>
        <a:graphic>
          <a:graphicData uri="http://schemas.openxmlformats.org/drawingml/2006/chart">
            <c:chart xmlns:c="http://schemas.openxmlformats.org/drawingml/2006/chart" xmlns:r="http://schemas.openxmlformats.org/officeDocument/2006/relationships" r:id="rId3"/>
          </a:graphicData>
        </a:graphic>
      </p:graphicFrame>
      <p:sp>
        <p:nvSpPr>
          <p:cNvPr id="10" name="Text Placeholder 1"/>
          <p:cNvSpPr>
            <a:spLocks noGrp="1"/>
          </p:cNvSpPr>
          <p:nvPr>
            <p:ph type="body" sz="quarter" idx="4294967295"/>
          </p:nvPr>
        </p:nvSpPr>
        <p:spPr>
          <a:xfrm>
            <a:off x="324221" y="1119083"/>
            <a:ext cx="8569325" cy="674688"/>
          </a:xfrm>
          <a:prstGeom prst="rect">
            <a:avLst/>
          </a:prstGeom>
        </p:spPr>
        <p:txBody>
          <a:bodyPr/>
          <a:lstStyle/>
          <a:p>
            <a:pPr eaLnBrk="0" hangingPunct="0">
              <a:spcBef>
                <a:spcPct val="20000"/>
              </a:spcBef>
              <a:defRPr/>
            </a:pPr>
            <a:r>
              <a:rPr lang="ko-KR" altLang="en-US" sz="1200" kern="0" spc="-50" dirty="0">
                <a:ln>
                  <a:solidFill>
                    <a:srgbClr val="000000">
                      <a:alpha val="0"/>
                    </a:srgbClr>
                  </a:solidFill>
                </a:ln>
                <a:solidFill>
                  <a:srgbClr val="00338D"/>
                </a:solidFill>
                <a:latin typeface="맑은 고딕" panose="020B0503020000020004" pitchFamily="50" charset="-127"/>
                <a:ea typeface="맑은 고딕" pitchFamily="50" charset="-127"/>
              </a:rPr>
              <a:t>매출 월 기준 판매 제품에 대한 역내</a:t>
            </a:r>
            <a:r>
              <a:rPr lang="en-US" altLang="ko-KR" sz="1200" kern="0" spc="-50" dirty="0">
                <a:ln>
                  <a:solidFill>
                    <a:srgbClr val="000000">
                      <a:alpha val="0"/>
                    </a:srgbClr>
                  </a:solidFill>
                </a:ln>
                <a:solidFill>
                  <a:srgbClr val="00338D"/>
                </a:solidFill>
                <a:latin typeface="맑은 고딕" panose="020B0503020000020004" pitchFamily="50" charset="-127"/>
                <a:ea typeface="맑은 고딕" pitchFamily="50" charset="-127"/>
              </a:rPr>
              <a:t>/</a:t>
            </a:r>
            <a:r>
              <a:rPr lang="ko-KR" altLang="en-US" sz="1200" kern="0" spc="-50" dirty="0">
                <a:ln>
                  <a:solidFill>
                    <a:srgbClr val="000000">
                      <a:alpha val="0"/>
                    </a:srgbClr>
                  </a:solidFill>
                </a:ln>
                <a:solidFill>
                  <a:srgbClr val="00338D"/>
                </a:solidFill>
                <a:latin typeface="맑은 고딕" panose="020B0503020000020004" pitchFamily="50" charset="-127"/>
                <a:ea typeface="맑은 고딕" pitchFamily="50" charset="-127"/>
              </a:rPr>
              <a:t>비역내 원산지 판정율은 아래와 같습니다</a:t>
            </a:r>
            <a:r>
              <a:rPr lang="en-US" altLang="ko-KR" sz="1200" kern="0" spc="-50" dirty="0">
                <a:ln>
                  <a:solidFill>
                    <a:srgbClr val="000000">
                      <a:alpha val="0"/>
                    </a:srgbClr>
                  </a:solidFill>
                </a:ln>
                <a:solidFill>
                  <a:srgbClr val="00338D"/>
                </a:solidFill>
                <a:latin typeface="맑은 고딕" panose="020B0503020000020004" pitchFamily="50" charset="-127"/>
                <a:ea typeface="맑은 고딕" pitchFamily="50" charset="-127"/>
              </a:rPr>
              <a:t>.</a:t>
            </a:r>
          </a:p>
        </p:txBody>
      </p:sp>
      <p:graphicFrame>
        <p:nvGraphicFramePr>
          <p:cNvPr id="11" name="차트 10"/>
          <p:cNvGraphicFramePr/>
          <p:nvPr>
            <p:extLst>
              <p:ext uri="{D42A27DB-BD31-4B8C-83A1-F6EECF244321}">
                <p14:modId xmlns:p14="http://schemas.microsoft.com/office/powerpoint/2010/main" val="1750601197"/>
              </p:ext>
            </p:extLst>
          </p:nvPr>
        </p:nvGraphicFramePr>
        <p:xfrm>
          <a:off x="5144625" y="1504962"/>
          <a:ext cx="4428000" cy="2700000"/>
        </p:xfrm>
        <a:graphic>
          <a:graphicData uri="http://schemas.openxmlformats.org/drawingml/2006/chart">
            <c:chart xmlns:c="http://schemas.openxmlformats.org/drawingml/2006/chart" xmlns:r="http://schemas.openxmlformats.org/officeDocument/2006/relationships" r:id="rId4"/>
          </a:graphicData>
        </a:graphic>
      </p:graphicFrame>
      <p:graphicFrame>
        <p:nvGraphicFramePr>
          <p:cNvPr id="12" name="표 11"/>
          <p:cNvGraphicFramePr>
            <a:graphicFrameLocks noGrp="1"/>
          </p:cNvGraphicFramePr>
          <p:nvPr>
            <p:extLst>
              <p:ext uri="{D42A27DB-BD31-4B8C-83A1-F6EECF244321}">
                <p14:modId xmlns:p14="http://schemas.microsoft.com/office/powerpoint/2010/main" val="3456277886"/>
              </p:ext>
            </p:extLst>
          </p:nvPr>
        </p:nvGraphicFramePr>
        <p:xfrm>
          <a:off x="333375" y="4633727"/>
          <a:ext cx="4428000" cy="1433805"/>
        </p:xfrm>
        <a:graphic>
          <a:graphicData uri="http://schemas.openxmlformats.org/drawingml/2006/table">
            <a:tbl>
              <a:tblPr firstRow="1" bandRow="1"/>
              <a:tblGrid>
                <a:gridCol w="1476000">
                  <a:extLst>
                    <a:ext uri="{9D8B030D-6E8A-4147-A177-3AD203B41FA5}">
                      <a16:colId xmlns:a16="http://schemas.microsoft.com/office/drawing/2014/main" val="20000"/>
                    </a:ext>
                  </a:extLst>
                </a:gridCol>
                <a:gridCol w="1476000">
                  <a:extLst>
                    <a:ext uri="{9D8B030D-6E8A-4147-A177-3AD203B41FA5}">
                      <a16:colId xmlns:a16="http://schemas.microsoft.com/office/drawing/2014/main" val="20001"/>
                    </a:ext>
                  </a:extLst>
                </a:gridCol>
                <a:gridCol w="1476000">
                  <a:extLst>
                    <a:ext uri="{9D8B030D-6E8A-4147-A177-3AD203B41FA5}">
                      <a16:colId xmlns:a16="http://schemas.microsoft.com/office/drawing/2014/main" val="20002"/>
                    </a:ext>
                  </a:extLst>
                </a:gridCol>
              </a:tblGrid>
              <a:tr h="286761">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ko-KR" altLang="en-US" sz="1000" b="1" kern="0" spc="-50">
                          <a:ln>
                            <a:solidFill>
                              <a:srgbClr val="000000">
                                <a:alpha val="0"/>
                              </a:srgbClr>
                            </a:solidFill>
                          </a:ln>
                          <a:solidFill>
                            <a:schemeClr val="bg1"/>
                          </a:solidFill>
                          <a:latin typeface="맑은 고딕" panose="020B0503020000020004" pitchFamily="50" charset="-127"/>
                          <a:ea typeface="맑은 고딕" pitchFamily="50" charset="-127"/>
                          <a:cs typeface="+mn-cs"/>
                        </a:rPr>
                        <a:t>구분</a:t>
                      </a:r>
                      <a:endParaRPr lang="ko-KR" altLang="en-US" sz="1000" b="1" kern="0" spc="-50" dirty="0">
                        <a:ln>
                          <a:solidFill>
                            <a:srgbClr val="000000">
                              <a:alpha val="0"/>
                            </a:srgbClr>
                          </a:solidFill>
                        </a:ln>
                        <a:solidFill>
                          <a:schemeClr val="bg1"/>
                        </a:solidFill>
                        <a:latin typeface="맑은 고딕" panose="020B0503020000020004" pitchFamily="50" charset="-127"/>
                        <a:ea typeface="맑은 고딕" pitchFamily="50" charset="-127"/>
                        <a:cs typeface="+mn-cs"/>
                      </a:endParaRPr>
                    </a:p>
                  </a:txBody>
                  <a:tcPr marL="72000" marR="72000" marT="0" marB="0" anchor="ctr">
                    <a:lnL w="6350" cap="flat" cmpd="sng" algn="ctr">
                      <a:solidFill>
                        <a:schemeClr val="tx2"/>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solidFill>
                      <a:srgbClr val="00338D"/>
                    </a:solid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ko-KR" altLang="en-US" sz="1000" b="1" kern="0" spc="-50">
                          <a:ln>
                            <a:solidFill>
                              <a:srgbClr val="000000">
                                <a:alpha val="0"/>
                              </a:srgbClr>
                            </a:solidFill>
                          </a:ln>
                          <a:solidFill>
                            <a:schemeClr val="bg1"/>
                          </a:solidFill>
                          <a:latin typeface="맑은 고딕" panose="020B0503020000020004" pitchFamily="50" charset="-127"/>
                          <a:ea typeface="맑은 고딕" pitchFamily="50" charset="-127"/>
                          <a:cs typeface="+mn-cs"/>
                        </a:rPr>
                        <a:t>판정 건수</a:t>
                      </a:r>
                      <a:endParaRPr lang="ko-KR" altLang="en-US" sz="1000" b="1" kern="0" spc="-50" dirty="0">
                        <a:ln>
                          <a:solidFill>
                            <a:srgbClr val="000000">
                              <a:alpha val="0"/>
                            </a:srgbClr>
                          </a:solidFill>
                        </a:ln>
                        <a:solidFill>
                          <a:schemeClr val="bg1"/>
                        </a:solidFill>
                        <a:latin typeface="맑은 고딕" panose="020B0503020000020004" pitchFamily="50" charset="-127"/>
                        <a:ea typeface="맑은 고딕" pitchFamily="50" charset="-127"/>
                        <a:cs typeface="+mn-cs"/>
                      </a:endParaRPr>
                    </a:p>
                  </a:txBody>
                  <a:tcPr marL="72000" marR="72000" marT="0" marB="0"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solidFill>
                      <a:srgbClr val="00338D"/>
                    </a:solid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ko-KR" altLang="en-US" sz="1000" b="1" kern="0" spc="-50">
                          <a:ln>
                            <a:solidFill>
                              <a:srgbClr val="000000">
                                <a:alpha val="0"/>
                              </a:srgbClr>
                            </a:solidFill>
                          </a:ln>
                          <a:solidFill>
                            <a:schemeClr val="bg1"/>
                          </a:solidFill>
                          <a:latin typeface="맑은 고딕" panose="020B0503020000020004" pitchFamily="50" charset="-127"/>
                          <a:ea typeface="맑은 고딕" pitchFamily="50" charset="-127"/>
                          <a:cs typeface="+mn-cs"/>
                        </a:rPr>
                        <a:t>비율 </a:t>
                      </a:r>
                      <a:r>
                        <a:rPr lang="en-US" altLang="ko-KR" sz="1000" b="1" kern="0" spc="-50">
                          <a:ln>
                            <a:solidFill>
                              <a:srgbClr val="000000">
                                <a:alpha val="0"/>
                              </a:srgbClr>
                            </a:solidFill>
                          </a:ln>
                          <a:solidFill>
                            <a:schemeClr val="bg1"/>
                          </a:solidFill>
                          <a:latin typeface="맑은 고딕" panose="020B0503020000020004" pitchFamily="50" charset="-127"/>
                          <a:ea typeface="맑은 고딕" pitchFamily="50" charset="-127"/>
                          <a:cs typeface="+mn-cs"/>
                        </a:rPr>
                        <a:t>(%)</a:t>
                      </a:r>
                      <a:endParaRPr lang="ko-KR" altLang="en-US" sz="1000" b="1" kern="0" spc="-50" dirty="0">
                        <a:ln>
                          <a:solidFill>
                            <a:srgbClr val="000000">
                              <a:alpha val="0"/>
                            </a:srgbClr>
                          </a:solidFill>
                        </a:ln>
                        <a:solidFill>
                          <a:schemeClr val="bg1"/>
                        </a:solidFill>
                        <a:latin typeface="맑은 고딕" panose="020B0503020000020004" pitchFamily="50" charset="-127"/>
                        <a:ea typeface="맑은 고딕" pitchFamily="50" charset="-127"/>
                        <a:cs typeface="+mn-cs"/>
                      </a:endParaRPr>
                    </a:p>
                  </a:txBody>
                  <a:tcPr marL="72000" marR="72000" marT="0" marB="0" anchor="ctr">
                    <a:lnL w="6350" cap="flat" cmpd="sng" algn="ctr">
                      <a:solidFill>
                        <a:schemeClr val="bg1"/>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solidFill>
                      <a:srgbClr val="00338D"/>
                    </a:solidFill>
                  </a:tcPr>
                </a:tc>
                <a:extLst>
                  <a:ext uri="{0D108BD9-81ED-4DB2-BD59-A6C34878D82A}">
                    <a16:rowId xmlns:a16="http://schemas.microsoft.com/office/drawing/2014/main" val="10000"/>
                  </a:ext>
                </a:extLst>
              </a:tr>
              <a:tr h="286761">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ko-KR" altLang="en-US"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전체 품목 수</a:t>
                      </a:r>
                      <a:endParaRPr lang="ko-KR" altLang="en-US" sz="1000" b="0" kern="0" spc="-50" dirty="0">
                        <a:ln>
                          <a:solidFill>
                            <a:srgbClr val="000000">
                              <a:alpha val="0"/>
                            </a:srgbClr>
                          </a:solidFill>
                        </a:ln>
                        <a:solidFill>
                          <a:srgbClr val="00338D"/>
                        </a:solidFill>
                        <a:latin typeface="맑은 고딕" panose="020B0503020000020004" pitchFamily="50" charset="-127"/>
                        <a:ea typeface="맑은 고딕" pitchFamily="50" charset="-127"/>
                        <a:cs typeface="+mn-cs"/>
                      </a:endParaRPr>
                    </a:p>
                  </a:txBody>
                  <a:tcPr marL="72000" marR="7200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dirty="0">
                          <a:ln>
                            <a:solidFill>
                              <a:srgbClr val="000000">
                                <a:alpha val="0"/>
                              </a:srgbClr>
                            </a:solidFill>
                          </a:ln>
                          <a:solidFill>
                            <a:srgbClr val="00338D"/>
                          </a:solidFill>
                          <a:latin typeface="맑은 고딕" panose="020B0503020000020004" pitchFamily="50" charset="-127"/>
                          <a:ea typeface="맑은 고딕" pitchFamily="50" charset="-127"/>
                          <a:cs typeface="+mn-cs"/>
                        </a:rPr>
                        <a:t>11,062</a:t>
                      </a:r>
                    </a:p>
                  </a:txBody>
                  <a:tcPr marL="9525" marR="9525" marT="9525"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100.0</a:t>
                      </a:r>
                      <a:endParaRPr lang="en-US" altLang="ko-KR" sz="1000" b="0" kern="0" spc="-50" dirty="0">
                        <a:ln>
                          <a:solidFill>
                            <a:srgbClr val="000000">
                              <a:alpha val="0"/>
                            </a:srgbClr>
                          </a:solidFill>
                        </a:ln>
                        <a:solidFill>
                          <a:srgbClr val="00338D"/>
                        </a:solidFill>
                        <a:latin typeface="맑은 고딕" panose="020B0503020000020004" pitchFamily="50" charset="-127"/>
                        <a:ea typeface="맑은 고딕" pitchFamily="50" charset="-127"/>
                        <a:cs typeface="+mn-cs"/>
                      </a:endParaRPr>
                    </a:p>
                  </a:txBody>
                  <a:tcPr marL="9525" marR="9525" marT="9525"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1"/>
                  </a:ext>
                </a:extLst>
              </a:tr>
              <a:tr h="286761">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ko-KR" altLang="en-US"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역내산 판정 건수</a:t>
                      </a:r>
                      <a:endParaRPr lang="ko-KR" altLang="en-US" sz="1000" b="0" kern="0" spc="-50" dirty="0">
                        <a:ln>
                          <a:solidFill>
                            <a:srgbClr val="000000">
                              <a:alpha val="0"/>
                            </a:srgbClr>
                          </a:solidFill>
                        </a:ln>
                        <a:solidFill>
                          <a:srgbClr val="00338D"/>
                        </a:solidFill>
                        <a:latin typeface="맑은 고딕" panose="020B0503020000020004" pitchFamily="50" charset="-127"/>
                        <a:ea typeface="맑은 고딕" pitchFamily="50" charset="-127"/>
                        <a:cs typeface="+mn-cs"/>
                      </a:endParaRPr>
                    </a:p>
                  </a:txBody>
                  <a:tcPr marL="72000" marR="7200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dirty="0">
                          <a:ln>
                            <a:solidFill>
                              <a:srgbClr val="000000">
                                <a:alpha val="0"/>
                              </a:srgbClr>
                            </a:solidFill>
                          </a:ln>
                          <a:solidFill>
                            <a:srgbClr val="00338D"/>
                          </a:solidFill>
                          <a:latin typeface="맑은 고딕" panose="020B0503020000020004" pitchFamily="50" charset="-127"/>
                          <a:ea typeface="맑은 고딕" pitchFamily="50" charset="-127"/>
                          <a:cs typeface="+mn-cs"/>
                        </a:rPr>
                        <a:t>111,484</a:t>
                      </a:r>
                    </a:p>
                  </a:txBody>
                  <a:tcPr marL="9525" marR="9525" marT="9525"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dirty="0">
                          <a:ln>
                            <a:solidFill>
                              <a:srgbClr val="000000">
                                <a:alpha val="0"/>
                              </a:srgbClr>
                            </a:solidFill>
                          </a:ln>
                          <a:solidFill>
                            <a:srgbClr val="00338D"/>
                          </a:solidFill>
                          <a:latin typeface="맑은 고딕" panose="020B0503020000020004" pitchFamily="50" charset="-127"/>
                          <a:ea typeface="맑은 고딕" pitchFamily="50" charset="-127"/>
                          <a:cs typeface="+mn-cs"/>
                        </a:rPr>
                        <a:t>41.99</a:t>
                      </a:r>
                    </a:p>
                  </a:txBody>
                  <a:tcPr marL="9525" marR="9525" marT="9525"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2"/>
                  </a:ext>
                </a:extLst>
              </a:tr>
              <a:tr h="286761">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ko-KR" altLang="en-US" sz="1000" b="1" kern="0" spc="-50">
                          <a:ln>
                            <a:solidFill>
                              <a:srgbClr val="000000">
                                <a:alpha val="0"/>
                              </a:srgbClr>
                            </a:solidFill>
                          </a:ln>
                          <a:solidFill>
                            <a:schemeClr val="bg1"/>
                          </a:solidFill>
                          <a:latin typeface="맑은 고딕" panose="020B0503020000020004" pitchFamily="50" charset="-127"/>
                          <a:ea typeface="맑은 고딕" pitchFamily="50" charset="-127"/>
                          <a:cs typeface="+mn-cs"/>
                        </a:rPr>
                        <a:t>비역내산 판정 건수</a:t>
                      </a:r>
                      <a:endParaRPr lang="ko-KR" altLang="en-US" sz="1000" b="1" kern="0" spc="-50" dirty="0">
                        <a:ln>
                          <a:solidFill>
                            <a:srgbClr val="000000">
                              <a:alpha val="0"/>
                            </a:srgbClr>
                          </a:solidFill>
                        </a:ln>
                        <a:solidFill>
                          <a:schemeClr val="bg1"/>
                        </a:solidFill>
                        <a:latin typeface="맑은 고딕" panose="020B0503020000020004" pitchFamily="50" charset="-127"/>
                        <a:ea typeface="맑은 고딕" pitchFamily="50" charset="-127"/>
                        <a:cs typeface="+mn-cs"/>
                      </a:endParaRPr>
                    </a:p>
                  </a:txBody>
                  <a:tcPr marL="72000" marR="7200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solidFill>
                      <a:srgbClr val="009CDC"/>
                    </a:solid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dirty="0">
                          <a:ln>
                            <a:solidFill>
                              <a:srgbClr val="000000">
                                <a:alpha val="0"/>
                              </a:srgbClr>
                            </a:solidFill>
                          </a:ln>
                          <a:solidFill>
                            <a:srgbClr val="00338D"/>
                          </a:solidFill>
                          <a:latin typeface="맑은 고딕" panose="020B0503020000020004" pitchFamily="50" charset="-127"/>
                          <a:ea typeface="맑은 고딕" pitchFamily="50" charset="-127"/>
                          <a:cs typeface="+mn-cs"/>
                        </a:rPr>
                        <a:t>144,764</a:t>
                      </a:r>
                    </a:p>
                  </a:txBody>
                  <a:tcPr marL="9525" marR="9525" marT="9525"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solidFill>
                      <a:srgbClr val="009CDC"/>
                    </a:solid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dirty="0">
                          <a:ln>
                            <a:solidFill>
                              <a:srgbClr val="000000">
                                <a:alpha val="0"/>
                              </a:srgbClr>
                            </a:solidFill>
                          </a:ln>
                          <a:solidFill>
                            <a:srgbClr val="00338D"/>
                          </a:solidFill>
                          <a:latin typeface="맑은 고딕" panose="020B0503020000020004" pitchFamily="50" charset="-127"/>
                          <a:ea typeface="맑은 고딕" pitchFamily="50" charset="-127"/>
                          <a:cs typeface="+mn-cs"/>
                        </a:rPr>
                        <a:t>54.53</a:t>
                      </a:r>
                    </a:p>
                  </a:txBody>
                  <a:tcPr marL="9525" marR="9525" marT="9525"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solidFill>
                      <a:srgbClr val="009CDC"/>
                    </a:solidFill>
                  </a:tcPr>
                </a:tc>
                <a:extLst>
                  <a:ext uri="{0D108BD9-81ED-4DB2-BD59-A6C34878D82A}">
                    <a16:rowId xmlns:a16="http://schemas.microsoft.com/office/drawing/2014/main" val="10003"/>
                  </a:ext>
                </a:extLst>
              </a:tr>
              <a:tr h="286761">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ko-KR" altLang="en-US"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판정 실패 건수</a:t>
                      </a:r>
                      <a:endParaRPr lang="ko-KR" altLang="en-US" sz="1000" b="0" kern="0" spc="-50" dirty="0">
                        <a:ln>
                          <a:solidFill>
                            <a:srgbClr val="000000">
                              <a:alpha val="0"/>
                            </a:srgbClr>
                          </a:solidFill>
                        </a:ln>
                        <a:solidFill>
                          <a:srgbClr val="00338D"/>
                        </a:solidFill>
                        <a:latin typeface="맑은 고딕" panose="020B0503020000020004" pitchFamily="50" charset="-127"/>
                        <a:ea typeface="맑은 고딕" pitchFamily="50" charset="-127"/>
                        <a:cs typeface="+mn-cs"/>
                      </a:endParaRPr>
                    </a:p>
                  </a:txBody>
                  <a:tcPr marL="72000" marR="7200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9,240</a:t>
                      </a:r>
                      <a:endParaRPr lang="en-US" altLang="ko-KR" sz="1000" b="0" kern="0" spc="-50" dirty="0">
                        <a:ln>
                          <a:solidFill>
                            <a:srgbClr val="000000">
                              <a:alpha val="0"/>
                            </a:srgbClr>
                          </a:solidFill>
                        </a:ln>
                        <a:solidFill>
                          <a:srgbClr val="00338D"/>
                        </a:solidFill>
                        <a:latin typeface="맑은 고딕" panose="020B0503020000020004" pitchFamily="50" charset="-127"/>
                        <a:ea typeface="맑은 고딕" pitchFamily="50" charset="-127"/>
                        <a:cs typeface="+mn-cs"/>
                      </a:endParaRPr>
                    </a:p>
                  </a:txBody>
                  <a:tcPr marL="9525" marR="9525" marT="9525"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dirty="0">
                          <a:ln>
                            <a:solidFill>
                              <a:srgbClr val="000000">
                                <a:alpha val="0"/>
                              </a:srgbClr>
                            </a:solidFill>
                          </a:ln>
                          <a:solidFill>
                            <a:srgbClr val="00338D"/>
                          </a:solidFill>
                          <a:latin typeface="맑은 고딕" panose="020B0503020000020004" pitchFamily="50" charset="-127"/>
                          <a:ea typeface="맑은 고딕" pitchFamily="50" charset="-127"/>
                          <a:cs typeface="+mn-cs"/>
                        </a:rPr>
                        <a:t>3.48</a:t>
                      </a:r>
                    </a:p>
                  </a:txBody>
                  <a:tcPr marL="9525" marR="9525" marT="9525"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4"/>
                  </a:ext>
                </a:extLst>
              </a:tr>
            </a:tbl>
          </a:graphicData>
        </a:graphic>
      </p:graphicFrame>
      <p:graphicFrame>
        <p:nvGraphicFramePr>
          <p:cNvPr id="13" name="표 12"/>
          <p:cNvGraphicFramePr>
            <a:graphicFrameLocks noGrp="1"/>
          </p:cNvGraphicFramePr>
          <p:nvPr>
            <p:extLst>
              <p:ext uri="{D42A27DB-BD31-4B8C-83A1-F6EECF244321}">
                <p14:modId xmlns:p14="http://schemas.microsoft.com/office/powerpoint/2010/main" val="4198338548"/>
              </p:ext>
            </p:extLst>
          </p:nvPr>
        </p:nvGraphicFramePr>
        <p:xfrm>
          <a:off x="5144625" y="4633727"/>
          <a:ext cx="4428000" cy="1433805"/>
        </p:xfrm>
        <a:graphic>
          <a:graphicData uri="http://schemas.openxmlformats.org/drawingml/2006/table">
            <a:tbl>
              <a:tblPr firstRow="1" bandRow="1"/>
              <a:tblGrid>
                <a:gridCol w="1476000">
                  <a:extLst>
                    <a:ext uri="{9D8B030D-6E8A-4147-A177-3AD203B41FA5}">
                      <a16:colId xmlns:a16="http://schemas.microsoft.com/office/drawing/2014/main" val="20000"/>
                    </a:ext>
                  </a:extLst>
                </a:gridCol>
                <a:gridCol w="1476000">
                  <a:extLst>
                    <a:ext uri="{9D8B030D-6E8A-4147-A177-3AD203B41FA5}">
                      <a16:colId xmlns:a16="http://schemas.microsoft.com/office/drawing/2014/main" val="20001"/>
                    </a:ext>
                  </a:extLst>
                </a:gridCol>
                <a:gridCol w="1476000">
                  <a:extLst>
                    <a:ext uri="{9D8B030D-6E8A-4147-A177-3AD203B41FA5}">
                      <a16:colId xmlns:a16="http://schemas.microsoft.com/office/drawing/2014/main" val="20002"/>
                    </a:ext>
                  </a:extLst>
                </a:gridCol>
              </a:tblGrid>
              <a:tr h="286761">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ko-KR" altLang="en-US" sz="1000" b="1" kern="0" spc="-50" dirty="0">
                          <a:ln>
                            <a:solidFill>
                              <a:srgbClr val="000000">
                                <a:alpha val="0"/>
                              </a:srgbClr>
                            </a:solidFill>
                          </a:ln>
                          <a:solidFill>
                            <a:schemeClr val="bg1"/>
                          </a:solidFill>
                          <a:latin typeface="맑은 고딕" panose="020B0503020000020004" pitchFamily="50" charset="-127"/>
                          <a:ea typeface="맑은 고딕" pitchFamily="50" charset="-127"/>
                          <a:cs typeface="+mn-cs"/>
                        </a:rPr>
                        <a:t>구분</a:t>
                      </a:r>
                    </a:p>
                  </a:txBody>
                  <a:tcPr marL="72000" marR="72000" marT="0" marB="0" anchor="ctr">
                    <a:lnL w="6350" cap="flat" cmpd="sng" algn="ctr">
                      <a:solidFill>
                        <a:schemeClr val="tx2"/>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solidFill>
                      <a:srgbClr val="00338D"/>
                    </a:solid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ko-KR" altLang="en-US" sz="1000" b="1" kern="0" spc="-50" dirty="0">
                          <a:ln>
                            <a:solidFill>
                              <a:srgbClr val="000000">
                                <a:alpha val="0"/>
                              </a:srgbClr>
                            </a:solidFill>
                          </a:ln>
                          <a:solidFill>
                            <a:schemeClr val="bg1"/>
                          </a:solidFill>
                          <a:latin typeface="맑은 고딕" panose="020B0503020000020004" pitchFamily="50" charset="-127"/>
                          <a:ea typeface="맑은 고딕" pitchFamily="50" charset="-127"/>
                          <a:cs typeface="+mn-cs"/>
                        </a:rPr>
                        <a:t>판정 건수</a:t>
                      </a:r>
                    </a:p>
                  </a:txBody>
                  <a:tcPr marL="72000" marR="72000" marT="0" marB="0"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solidFill>
                      <a:srgbClr val="00338D"/>
                    </a:solid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ko-KR" altLang="en-US" sz="1000" b="1" kern="0" spc="-50" dirty="0">
                          <a:ln>
                            <a:solidFill>
                              <a:srgbClr val="000000">
                                <a:alpha val="0"/>
                              </a:srgbClr>
                            </a:solidFill>
                          </a:ln>
                          <a:solidFill>
                            <a:schemeClr val="bg1"/>
                          </a:solidFill>
                          <a:latin typeface="맑은 고딕" panose="020B0503020000020004" pitchFamily="50" charset="-127"/>
                          <a:ea typeface="맑은 고딕" pitchFamily="50" charset="-127"/>
                          <a:cs typeface="+mn-cs"/>
                        </a:rPr>
                        <a:t>비율 </a:t>
                      </a:r>
                      <a:r>
                        <a:rPr lang="en-US" altLang="ko-KR" sz="1000" b="1" kern="0" spc="-50" dirty="0">
                          <a:ln>
                            <a:solidFill>
                              <a:srgbClr val="000000">
                                <a:alpha val="0"/>
                              </a:srgbClr>
                            </a:solidFill>
                          </a:ln>
                          <a:solidFill>
                            <a:schemeClr val="bg1"/>
                          </a:solidFill>
                          <a:latin typeface="맑은 고딕" panose="020B0503020000020004" pitchFamily="50" charset="-127"/>
                          <a:ea typeface="맑은 고딕" pitchFamily="50" charset="-127"/>
                          <a:cs typeface="+mn-cs"/>
                        </a:rPr>
                        <a:t>(%)</a:t>
                      </a:r>
                      <a:endParaRPr lang="ko-KR" altLang="en-US" sz="1000" b="1" kern="0" spc="-50" dirty="0">
                        <a:ln>
                          <a:solidFill>
                            <a:srgbClr val="000000">
                              <a:alpha val="0"/>
                            </a:srgbClr>
                          </a:solidFill>
                        </a:ln>
                        <a:solidFill>
                          <a:schemeClr val="bg1"/>
                        </a:solidFill>
                        <a:latin typeface="맑은 고딕" panose="020B0503020000020004" pitchFamily="50" charset="-127"/>
                        <a:ea typeface="맑은 고딕" pitchFamily="50" charset="-127"/>
                        <a:cs typeface="+mn-cs"/>
                      </a:endParaRPr>
                    </a:p>
                  </a:txBody>
                  <a:tcPr marL="72000" marR="72000" marT="0" marB="0" anchor="ctr">
                    <a:lnL w="6350" cap="flat" cmpd="sng" algn="ctr">
                      <a:solidFill>
                        <a:schemeClr val="bg1"/>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solidFill>
                      <a:srgbClr val="00338D"/>
                    </a:solidFill>
                  </a:tcPr>
                </a:tc>
                <a:extLst>
                  <a:ext uri="{0D108BD9-81ED-4DB2-BD59-A6C34878D82A}">
                    <a16:rowId xmlns:a16="http://schemas.microsoft.com/office/drawing/2014/main" val="10000"/>
                  </a:ext>
                </a:extLst>
              </a:tr>
              <a:tr h="286761">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ko-KR" altLang="en-US" sz="1000" b="0" kern="0" spc="-50" dirty="0" err="1">
                          <a:ln>
                            <a:solidFill>
                              <a:srgbClr val="000000">
                                <a:alpha val="0"/>
                              </a:srgbClr>
                            </a:solidFill>
                          </a:ln>
                          <a:solidFill>
                            <a:srgbClr val="00338D"/>
                          </a:solidFill>
                          <a:latin typeface="맑은 고딕" panose="020B0503020000020004" pitchFamily="50" charset="-127"/>
                          <a:ea typeface="맑은 고딕" pitchFamily="50" charset="-127"/>
                          <a:cs typeface="+mn-cs"/>
                        </a:rPr>
                        <a:t>세번변경기준 미충족</a:t>
                      </a:r>
                      <a:endParaRPr lang="ko-KR" altLang="en-US" sz="1000" b="0" kern="0" spc="-50" dirty="0">
                        <a:ln>
                          <a:solidFill>
                            <a:srgbClr val="000000">
                              <a:alpha val="0"/>
                            </a:srgbClr>
                          </a:solidFill>
                        </a:ln>
                        <a:solidFill>
                          <a:srgbClr val="00338D"/>
                        </a:solidFill>
                        <a:latin typeface="맑은 고딕" panose="020B0503020000020004" pitchFamily="50" charset="-127"/>
                        <a:ea typeface="맑은 고딕" pitchFamily="50" charset="-127"/>
                        <a:cs typeface="+mn-cs"/>
                      </a:endParaRPr>
                    </a:p>
                  </a:txBody>
                  <a:tcPr marL="72000" marR="7200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dirty="0">
                          <a:ln>
                            <a:solidFill>
                              <a:srgbClr val="000000">
                                <a:alpha val="0"/>
                              </a:srgbClr>
                            </a:solidFill>
                          </a:ln>
                          <a:solidFill>
                            <a:srgbClr val="00338D"/>
                          </a:solidFill>
                          <a:latin typeface="맑은 고딕" panose="020B0503020000020004" pitchFamily="50" charset="-127"/>
                          <a:ea typeface="맑은 고딕" pitchFamily="50" charset="-127"/>
                          <a:cs typeface="+mn-cs"/>
                        </a:rPr>
                        <a:t>108,511</a:t>
                      </a:r>
                    </a:p>
                  </a:txBody>
                  <a:tcPr marL="9525" marR="9525" marT="9525"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dirty="0">
                          <a:ln>
                            <a:solidFill>
                              <a:srgbClr val="000000">
                                <a:alpha val="0"/>
                              </a:srgbClr>
                            </a:solidFill>
                          </a:ln>
                          <a:solidFill>
                            <a:srgbClr val="00338D"/>
                          </a:solidFill>
                          <a:latin typeface="맑은 고딕" panose="020B0503020000020004" pitchFamily="50" charset="-127"/>
                          <a:ea typeface="맑은 고딕" pitchFamily="50" charset="-127"/>
                          <a:cs typeface="+mn-cs"/>
                        </a:rPr>
                        <a:t>74.96</a:t>
                      </a:r>
                    </a:p>
                  </a:txBody>
                  <a:tcPr marL="9525" marR="9525" marT="9525"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1"/>
                  </a:ext>
                </a:extLst>
              </a:tr>
              <a:tr h="286761">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ko-KR" altLang="en-US" sz="1000" b="0" kern="0" spc="-50" dirty="0">
                          <a:ln>
                            <a:solidFill>
                              <a:srgbClr val="000000">
                                <a:alpha val="0"/>
                              </a:srgbClr>
                            </a:solidFill>
                          </a:ln>
                          <a:solidFill>
                            <a:srgbClr val="00338D"/>
                          </a:solidFill>
                          <a:latin typeface="맑은 고딕" panose="020B0503020000020004" pitchFamily="50" charset="-127"/>
                          <a:ea typeface="맑은 고딕" pitchFamily="50" charset="-127"/>
                          <a:cs typeface="+mn-cs"/>
                        </a:rPr>
                        <a:t>부가가치기준 미충족</a:t>
                      </a:r>
                      <a:endParaRPr lang="ko-KR" altLang="en-US" sz="1000" b="0" kern="0" spc="-50" dirty="0">
                        <a:ln>
                          <a:solidFill>
                            <a:srgbClr val="000000">
                              <a:alpha val="0"/>
                            </a:srgbClr>
                          </a:solidFill>
                        </a:ln>
                        <a:solidFill>
                          <a:srgbClr val="00338D"/>
                        </a:solidFill>
                        <a:latin typeface="맑은 고딕" panose="020B0503020000020004" pitchFamily="50" charset="-127"/>
                        <a:ea typeface="맑은 고딕" pitchFamily="50" charset="-127"/>
                        <a:cs typeface="+mn-cs"/>
                      </a:endParaRPr>
                    </a:p>
                  </a:txBody>
                  <a:tcPr marL="72000" marR="7200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dirty="0">
                          <a:ln>
                            <a:solidFill>
                              <a:srgbClr val="000000">
                                <a:alpha val="0"/>
                              </a:srgbClr>
                            </a:solidFill>
                          </a:ln>
                          <a:solidFill>
                            <a:srgbClr val="00338D"/>
                          </a:solidFill>
                          <a:latin typeface="맑은 고딕" panose="020B0503020000020004" pitchFamily="50" charset="-127"/>
                          <a:ea typeface="맑은 고딕" pitchFamily="50" charset="-127"/>
                          <a:cs typeface="+mn-cs"/>
                        </a:rPr>
                        <a:t>17,969</a:t>
                      </a:r>
                    </a:p>
                  </a:txBody>
                  <a:tcPr marL="9525" marR="9525" marT="9525"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dirty="0">
                          <a:ln>
                            <a:solidFill>
                              <a:srgbClr val="000000">
                                <a:alpha val="0"/>
                              </a:srgbClr>
                            </a:solidFill>
                          </a:ln>
                          <a:solidFill>
                            <a:srgbClr val="00338D"/>
                          </a:solidFill>
                          <a:latin typeface="맑은 고딕" panose="020B0503020000020004" pitchFamily="50" charset="-127"/>
                          <a:ea typeface="맑은 고딕" pitchFamily="50" charset="-127"/>
                          <a:cs typeface="+mn-cs"/>
                        </a:rPr>
                        <a:t>12.41</a:t>
                      </a:r>
                    </a:p>
                  </a:txBody>
                  <a:tcPr marL="9525" marR="9525" marT="9525"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2"/>
                  </a:ext>
                </a:extLst>
              </a:tr>
              <a:tr h="286761">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ko-KR" altLang="en-US" sz="1000" b="0" kern="0" spc="-50" dirty="0">
                          <a:ln>
                            <a:solidFill>
                              <a:srgbClr val="000000">
                                <a:alpha val="0"/>
                              </a:srgbClr>
                            </a:solidFill>
                          </a:ln>
                          <a:solidFill>
                            <a:srgbClr val="00338D"/>
                          </a:solidFill>
                          <a:latin typeface="맑은 고딕" panose="020B0503020000020004" pitchFamily="50" charset="-127"/>
                          <a:ea typeface="맑은 고딕" pitchFamily="50" charset="-127"/>
                          <a:cs typeface="+mn-cs"/>
                        </a:rPr>
                        <a:t>조합기준 미충족</a:t>
                      </a:r>
                      <a:endParaRPr lang="ko-KR" altLang="en-US" sz="1000" b="0" kern="0" spc="-50" dirty="0">
                        <a:ln>
                          <a:solidFill>
                            <a:srgbClr val="000000">
                              <a:alpha val="0"/>
                            </a:srgbClr>
                          </a:solidFill>
                        </a:ln>
                        <a:solidFill>
                          <a:srgbClr val="00338D"/>
                        </a:solidFill>
                        <a:latin typeface="맑은 고딕" panose="020B0503020000020004" pitchFamily="50" charset="-127"/>
                        <a:ea typeface="맑은 고딕" pitchFamily="50" charset="-127"/>
                        <a:cs typeface="+mn-cs"/>
                      </a:endParaRPr>
                    </a:p>
                  </a:txBody>
                  <a:tcPr marL="72000" marR="7200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dirty="0">
                          <a:ln>
                            <a:solidFill>
                              <a:srgbClr val="000000">
                                <a:alpha val="0"/>
                              </a:srgbClr>
                            </a:solidFill>
                          </a:ln>
                          <a:solidFill>
                            <a:srgbClr val="00338D"/>
                          </a:solidFill>
                          <a:latin typeface="맑은 고딕" panose="020B0503020000020004" pitchFamily="50" charset="-127"/>
                          <a:ea typeface="맑은 고딕" pitchFamily="50" charset="-127"/>
                          <a:cs typeface="+mn-cs"/>
                        </a:rPr>
                        <a:t>18,284</a:t>
                      </a:r>
                    </a:p>
                  </a:txBody>
                  <a:tcPr marL="9525" marR="9525" marT="9525"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dirty="0">
                          <a:ln>
                            <a:solidFill>
                              <a:srgbClr val="000000">
                                <a:alpha val="0"/>
                              </a:srgbClr>
                            </a:solidFill>
                          </a:ln>
                          <a:solidFill>
                            <a:srgbClr val="00338D"/>
                          </a:solidFill>
                          <a:latin typeface="맑은 고딕" panose="020B0503020000020004" pitchFamily="50" charset="-127"/>
                          <a:ea typeface="맑은 고딕" pitchFamily="50" charset="-127"/>
                          <a:cs typeface="+mn-cs"/>
                        </a:rPr>
                        <a:t>12.63</a:t>
                      </a:r>
                    </a:p>
                  </a:txBody>
                  <a:tcPr marL="9525" marR="9525" marT="9525"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3"/>
                  </a:ext>
                </a:extLst>
              </a:tr>
              <a:tr h="286761">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ko-KR" altLang="en-US" sz="1000" b="1" kern="0" spc="-50" dirty="0" err="1">
                          <a:ln>
                            <a:solidFill>
                              <a:srgbClr val="000000">
                                <a:alpha val="0"/>
                              </a:srgbClr>
                            </a:solidFill>
                          </a:ln>
                          <a:solidFill>
                            <a:schemeClr val="bg1"/>
                          </a:solidFill>
                          <a:latin typeface="맑은 고딕" panose="020B0503020000020004" pitchFamily="50" charset="-127"/>
                          <a:ea typeface="맑은 고딕" pitchFamily="50" charset="-127"/>
                          <a:cs typeface="+mn-cs"/>
                        </a:rPr>
                        <a:t>비역내산 합계</a:t>
                      </a:r>
                    </a:p>
                  </a:txBody>
                  <a:tcPr marL="72000" marR="7200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solidFill>
                      <a:srgbClr val="009CDC"/>
                    </a:solid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dirty="0">
                          <a:ln>
                            <a:solidFill>
                              <a:srgbClr val="000000">
                                <a:alpha val="0"/>
                              </a:srgbClr>
                            </a:solidFill>
                          </a:ln>
                          <a:solidFill>
                            <a:srgbClr val="00338D"/>
                          </a:solidFill>
                          <a:latin typeface="맑은 고딕" panose="020B0503020000020004" pitchFamily="50" charset="-127"/>
                          <a:ea typeface="맑은 고딕" pitchFamily="50" charset="-127"/>
                          <a:cs typeface="+mn-cs"/>
                        </a:rPr>
                        <a:t>144,764</a:t>
                      </a:r>
                    </a:p>
                  </a:txBody>
                  <a:tcPr marL="9525" marR="9525" marT="9525"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solidFill>
                      <a:srgbClr val="009CDC"/>
                    </a:solid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dirty="0">
                          <a:ln>
                            <a:solidFill>
                              <a:srgbClr val="000000">
                                <a:alpha val="0"/>
                              </a:srgbClr>
                            </a:solidFill>
                          </a:ln>
                          <a:solidFill>
                            <a:srgbClr val="00338D"/>
                          </a:solidFill>
                          <a:latin typeface="맑은 고딕" panose="020B0503020000020004" pitchFamily="50" charset="-127"/>
                          <a:ea typeface="맑은 고딕" pitchFamily="50" charset="-127"/>
                          <a:cs typeface="+mn-cs"/>
                        </a:rPr>
                        <a:t>100.0</a:t>
                      </a:r>
                    </a:p>
                  </a:txBody>
                  <a:tcPr marL="9525" marR="9525" marT="9525"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solidFill>
                      <a:srgbClr val="009CDC"/>
                    </a:solidFill>
                  </a:tcPr>
                </a:tc>
                <a:extLst>
                  <a:ext uri="{0D108BD9-81ED-4DB2-BD59-A6C34878D82A}">
                    <a16:rowId xmlns:a16="http://schemas.microsoft.com/office/drawing/2014/main" val="10004"/>
                  </a:ext>
                </a:extLst>
              </a:tr>
            </a:tbl>
          </a:graphicData>
        </a:graphic>
      </p:graphicFrame>
      <p:sp>
        <p:nvSpPr>
          <p:cNvPr id="15" name="Title 1"/>
          <p:cNvSpPr txBox="1">
            <a:spLocks/>
          </p:cNvSpPr>
          <p:nvPr/>
        </p:nvSpPr>
        <p:spPr>
          <a:xfrm>
            <a:off x="815271" y="739775"/>
            <a:ext cx="7823200" cy="390740"/>
          </a:xfrm>
          <a:prstGeom prst="rect">
            <a:avLst/>
          </a:prstGeom>
        </p:spPr>
        <p:txBody>
          <a:bodyPr vert="horz" lIns="0" tIns="0" rIns="0" bIns="0" rtlCol="0" anchor="ctr" anchorCtr="0">
            <a:noAutofit/>
          </a:bodyPr>
          <a:lstStyle>
            <a:lvl1pPr algn="l" defTabSz="914400" rtl="0" eaLnBrk="1" latinLnBrk="1" hangingPunct="1">
              <a:lnSpc>
                <a:spcPct val="70000"/>
              </a:lnSpc>
              <a:spcBef>
                <a:spcPct val="0"/>
              </a:spcBef>
              <a:buNone/>
              <a:defRPr sz="5400" kern="1200">
                <a:solidFill>
                  <a:schemeClr val="tx2"/>
                </a:solidFill>
                <a:latin typeface="+mj-lt"/>
                <a:ea typeface="+mj-ea"/>
                <a:cs typeface="+mj-cs"/>
              </a:defRPr>
            </a:lvl1pPr>
          </a:lstStyle>
          <a:p>
            <a:pPr>
              <a:defRPr/>
            </a:pPr>
            <a:r>
              <a:rPr lang="en-US" altLang="ko-KR" sz="1400" b="1" kern="0" spc="-50" dirty="0">
                <a:ln>
                  <a:solidFill>
                    <a:srgbClr val="000000">
                      <a:alpha val="0"/>
                    </a:srgbClr>
                  </a:solidFill>
                </a:ln>
                <a:solidFill>
                  <a:srgbClr val="00338D"/>
                </a:solidFill>
                <a:latin typeface="맑은 고딕" panose="020B0503020000020004" pitchFamily="50" charset="-127"/>
                <a:ea typeface="맑은 고딕" pitchFamily="50" charset="-127"/>
                <a:cs typeface="+mn-cs"/>
              </a:rPr>
              <a:t>1. </a:t>
            </a:r>
            <a:r>
              <a:rPr lang="ko-KR" altLang="en-US" sz="1400" b="1" kern="0" spc="-50" dirty="0">
                <a:ln>
                  <a:solidFill>
                    <a:srgbClr val="000000">
                      <a:alpha val="0"/>
                    </a:srgbClr>
                  </a:solidFill>
                </a:ln>
                <a:solidFill>
                  <a:srgbClr val="00338D"/>
                </a:solidFill>
                <a:latin typeface="맑은 고딕" panose="020B0503020000020004" pitchFamily="50" charset="-127"/>
                <a:ea typeface="맑은 고딕" pitchFamily="50" charset="-127"/>
                <a:cs typeface="+mn-cs"/>
              </a:rPr>
              <a:t>원산지 판정 및 </a:t>
            </a:r>
            <a:r>
              <a:rPr lang="ko-KR" altLang="en-US" sz="1400" b="1" kern="0" spc="-50" dirty="0" err="1">
                <a:ln>
                  <a:solidFill>
                    <a:srgbClr val="000000">
                      <a:alpha val="0"/>
                    </a:srgbClr>
                  </a:solidFill>
                </a:ln>
                <a:solidFill>
                  <a:srgbClr val="00338D"/>
                </a:solidFill>
                <a:latin typeface="맑은 고딕" panose="020B0503020000020004" pitchFamily="50" charset="-127"/>
                <a:ea typeface="맑은 고딕" pitchFamily="50" charset="-127"/>
                <a:cs typeface="+mn-cs"/>
              </a:rPr>
              <a:t>비역내산</a:t>
            </a:r>
            <a:r>
              <a:rPr lang="ko-KR" altLang="en-US" sz="1400" b="1" kern="0" spc="-50" dirty="0">
                <a:ln>
                  <a:solidFill>
                    <a:srgbClr val="000000">
                      <a:alpha val="0"/>
                    </a:srgbClr>
                  </a:solidFill>
                </a:ln>
                <a:solidFill>
                  <a:srgbClr val="00338D"/>
                </a:solidFill>
                <a:latin typeface="맑은 고딕" panose="020B0503020000020004" pitchFamily="50" charset="-127"/>
                <a:ea typeface="맑은 고딕" pitchFamily="50" charset="-127"/>
                <a:cs typeface="+mn-cs"/>
              </a:rPr>
              <a:t> 판정 상세</a:t>
            </a:r>
            <a:endParaRPr lang="en-US" altLang="ko-KR" sz="1400" b="1" kern="0" spc="-50" dirty="0">
              <a:ln>
                <a:solidFill>
                  <a:srgbClr val="000000">
                    <a:alpha val="0"/>
                  </a:srgbClr>
                </a:solidFill>
              </a:ln>
              <a:solidFill>
                <a:srgbClr val="00338D"/>
              </a:solidFill>
              <a:latin typeface="맑은 고딕" panose="020B0503020000020004" pitchFamily="50" charset="-127"/>
              <a:ea typeface="맑은 고딕" pitchFamily="50" charset="-127"/>
              <a:cs typeface="+mn-cs"/>
            </a:endParaRPr>
          </a:p>
        </p:txBody>
      </p:sp>
      <p:sp>
        <p:nvSpPr>
          <p:cNvPr id="16" name="Title 1"/>
          <p:cNvSpPr txBox="1">
            <a:spLocks/>
          </p:cNvSpPr>
          <p:nvPr/>
        </p:nvSpPr>
        <p:spPr>
          <a:xfrm>
            <a:off x="624292" y="406361"/>
            <a:ext cx="7823200" cy="390740"/>
          </a:xfrm>
          <a:prstGeom prst="rect">
            <a:avLst/>
          </a:prstGeom>
        </p:spPr>
        <p:txBody>
          <a:bodyPr vert="horz" lIns="0" tIns="0" rIns="0" bIns="0" rtlCol="0" anchor="ctr" anchorCtr="0">
            <a:noAutofit/>
          </a:bodyPr>
          <a:lstStyle>
            <a:lvl1pPr algn="l" defTabSz="914400" rtl="0" eaLnBrk="1" latinLnBrk="1" hangingPunct="1">
              <a:lnSpc>
                <a:spcPct val="70000"/>
              </a:lnSpc>
              <a:spcBef>
                <a:spcPct val="0"/>
              </a:spcBef>
              <a:buNone/>
              <a:defRPr sz="5400" kern="1200">
                <a:solidFill>
                  <a:schemeClr val="tx2"/>
                </a:solidFill>
                <a:latin typeface="+mj-lt"/>
                <a:ea typeface="+mj-ea"/>
                <a:cs typeface="+mj-cs"/>
              </a:defRPr>
            </a:lvl1pPr>
          </a:lstStyle>
          <a:p>
            <a:pPr>
              <a:defRPr/>
            </a:pPr>
            <a:r>
              <a:rPr lang="en-US" altLang="ko-KR" sz="2000" b="1" dirty="0">
                <a:solidFill>
                  <a:srgbClr val="00338D"/>
                </a:solidFill>
                <a:latin typeface="맑은 고딕" panose="020B0503020000020004" pitchFamily="50" charset="-127"/>
                <a:ea typeface="맑은 고딕" panose="020B0503020000020004" pitchFamily="50" charset="-127"/>
              </a:rPr>
              <a:t>I. </a:t>
            </a:r>
            <a:r>
              <a:rPr lang="en-US" altLang="ko-KR" sz="2000" b="1" kern="0" spc="-50" dirty="0">
                <a:ln>
                  <a:solidFill>
                    <a:srgbClr val="000000">
                      <a:alpha val="0"/>
                    </a:srgbClr>
                  </a:solidFill>
                </a:ln>
                <a:solidFill>
                  <a:srgbClr val="00338D"/>
                </a:solidFill>
                <a:latin typeface="맑은 고딕" panose="020B0503020000020004" pitchFamily="50" charset="-127"/>
                <a:ea typeface="맑은 고딕" pitchFamily="50" charset="-127"/>
                <a:cs typeface="+mn-cs"/>
              </a:rPr>
              <a:t>FTA </a:t>
            </a:r>
            <a:r>
              <a:rPr lang="ko-KR" altLang="en-US" sz="2000" b="1"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원산지 판정 현황</a:t>
            </a:r>
            <a:endParaRPr lang="ko-KR" altLang="en-US" sz="2400" b="1" kern="0" spc="-50" dirty="0">
              <a:ln>
                <a:solidFill>
                  <a:srgbClr val="000000">
                    <a:alpha val="0"/>
                  </a:srgbClr>
                </a:solidFill>
              </a:ln>
              <a:solidFill>
                <a:srgbClr val="00338D"/>
              </a:solidFill>
              <a:latin typeface="맑은 고딕" panose="020B0503020000020004" pitchFamily="50" charset="-127"/>
              <a:ea typeface="맑은 고딕" pitchFamily="50" charset="-127"/>
              <a:cs typeface="+mn-cs"/>
            </a:endParaRPr>
          </a:p>
        </p:txBody>
      </p:sp>
    </p:spTree>
    <p:extLst>
      <p:ext uri="{BB962C8B-B14F-4D97-AF65-F5344CB8AC3E}">
        <p14:creationId xmlns:p14="http://schemas.microsoft.com/office/powerpoint/2010/main" val="220493331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 name="Text Placeholder 1"/>
          <p:cNvSpPr>
            <a:spLocks noGrp="1"/>
          </p:cNvSpPr>
          <p:nvPr>
            <p:ph type="body" sz="quarter" idx="4294967295"/>
          </p:nvPr>
        </p:nvSpPr>
        <p:spPr>
          <a:xfrm>
            <a:off x="324221" y="1119083"/>
            <a:ext cx="8569325" cy="674688"/>
          </a:xfrm>
          <a:prstGeom prst="rect">
            <a:avLst/>
          </a:prstGeom>
        </p:spPr>
        <p:txBody>
          <a:bodyPr vert="horz" lIns="0" tIns="0" rIns="0" bIns="0" rtlCol="0" anchor="t" anchorCtr="0">
            <a:noAutofit/>
          </a:bodyPr>
          <a:lstStyle/>
          <a:p>
            <a:pPr eaLnBrk="0" hangingPunct="0">
              <a:spcBef>
                <a:spcPct val="20000"/>
              </a:spcBef>
            </a:pPr>
            <a:r>
              <a:rPr lang="ko-KR" altLang="en-US" sz="1200" kern="0" spc="-50" dirty="0">
                <a:ln>
                  <a:solidFill>
                    <a:srgbClr val="000000">
                      <a:alpha val="0"/>
                    </a:srgbClr>
                  </a:solidFill>
                </a:ln>
                <a:solidFill>
                  <a:srgbClr val="00338D"/>
                </a:solidFill>
                <a:latin typeface="맑은 고딕" panose="020B0503020000020004" pitchFamily="50" charset="-127"/>
                <a:ea typeface="맑은 고딕" pitchFamily="50" charset="-127"/>
              </a:rPr>
              <a:t>원산지 판정 에러 건은 다음과 같습니다</a:t>
            </a:r>
            <a:r>
              <a:rPr lang="en-US" altLang="ko-KR" sz="1200" kern="0" spc="-50" dirty="0">
                <a:ln>
                  <a:solidFill>
                    <a:srgbClr val="000000">
                      <a:alpha val="0"/>
                    </a:srgbClr>
                  </a:solidFill>
                </a:ln>
                <a:solidFill>
                  <a:srgbClr val="00338D"/>
                </a:solidFill>
                <a:latin typeface="맑은 고딕" panose="020B0503020000020004" pitchFamily="50" charset="-127"/>
                <a:ea typeface="맑은 고딕" pitchFamily="50" charset="-127"/>
              </a:rPr>
              <a:t>.</a:t>
            </a:r>
          </a:p>
        </p:txBody>
      </p:sp>
      <p:sp>
        <p:nvSpPr>
          <p:cNvPr id="42" name="직사각형 41">
            <a:extLst>
              <a:ext uri="{FF2B5EF4-FFF2-40B4-BE49-F238E27FC236}">
                <a16:creationId xmlns:a16="http://schemas.microsoft.com/office/drawing/2014/main" id="{4E5CB4EF-0078-4E81-9585-01355406EDF5}"/>
              </a:ext>
            </a:extLst>
          </p:cNvPr>
          <p:cNvSpPr/>
          <p:nvPr/>
        </p:nvSpPr>
        <p:spPr>
          <a:xfrm>
            <a:off x="333375" y="1504953"/>
            <a:ext cx="4619625" cy="4613272"/>
          </a:xfrm>
          <a:prstGeom prst="rect">
            <a:avLst/>
          </a:prstGeom>
          <a:no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ctr"/>
            <a:endParaRPr lang="ko-KR" altLang="en-US" sz="1500" dirty="0" err="1">
              <a:solidFill>
                <a:schemeClr val="bg1"/>
              </a:solidFill>
            </a:endParaRPr>
          </a:p>
        </p:txBody>
      </p:sp>
      <p:sp>
        <p:nvSpPr>
          <p:cNvPr id="28" name="Title 1"/>
          <p:cNvSpPr txBox="1">
            <a:spLocks/>
          </p:cNvSpPr>
          <p:nvPr/>
        </p:nvSpPr>
        <p:spPr>
          <a:xfrm>
            <a:off x="815271" y="739775"/>
            <a:ext cx="7823200" cy="390740"/>
          </a:xfrm>
          <a:prstGeom prst="rect">
            <a:avLst/>
          </a:prstGeom>
        </p:spPr>
        <p:txBody>
          <a:bodyPr vert="horz" lIns="0" tIns="0" rIns="0" bIns="0" rtlCol="0" anchor="ctr" anchorCtr="0">
            <a:noAutofit/>
          </a:bodyPr>
          <a:lstStyle>
            <a:lvl1pPr algn="l" defTabSz="914400" rtl="0" eaLnBrk="1" latinLnBrk="1" hangingPunct="1">
              <a:lnSpc>
                <a:spcPct val="70000"/>
              </a:lnSpc>
              <a:spcBef>
                <a:spcPct val="0"/>
              </a:spcBef>
              <a:buNone/>
              <a:defRPr sz="5400" kern="1200">
                <a:solidFill>
                  <a:schemeClr val="tx2"/>
                </a:solidFill>
                <a:latin typeface="+mj-lt"/>
                <a:ea typeface="+mj-ea"/>
                <a:cs typeface="+mj-cs"/>
              </a:defRPr>
            </a:lvl1pPr>
          </a:lstStyle>
          <a:p>
            <a:pPr>
              <a:defRPr/>
            </a:pPr>
            <a:r>
              <a:rPr lang="en-US" altLang="ko-KR" sz="1400" b="1" kern="0" spc="-50" dirty="0">
                <a:ln>
                  <a:solidFill>
                    <a:srgbClr val="000000">
                      <a:alpha val="0"/>
                    </a:srgbClr>
                  </a:solidFill>
                </a:ln>
                <a:solidFill>
                  <a:srgbClr val="00338D"/>
                </a:solidFill>
                <a:latin typeface="맑은 고딕" panose="020B0503020000020004" pitchFamily="50" charset="-127"/>
                <a:ea typeface="맑은 고딕" pitchFamily="50" charset="-127"/>
                <a:cs typeface="+mn-cs"/>
              </a:rPr>
              <a:t>2. </a:t>
            </a:r>
            <a:r>
              <a:rPr lang="ko-KR" altLang="en-US" sz="1400" b="1" kern="0" spc="-50" dirty="0">
                <a:ln>
                  <a:solidFill>
                    <a:srgbClr val="000000">
                      <a:alpha val="0"/>
                    </a:srgbClr>
                  </a:solidFill>
                </a:ln>
                <a:solidFill>
                  <a:srgbClr val="00338D"/>
                </a:solidFill>
                <a:latin typeface="맑은 고딕" panose="020B0503020000020004" pitchFamily="50" charset="-127"/>
                <a:ea typeface="맑은 고딕" pitchFamily="50" charset="-127"/>
                <a:cs typeface="+mn-cs"/>
              </a:rPr>
              <a:t>원산지 판정 에러 현황</a:t>
            </a:r>
            <a:endParaRPr lang="en-US" altLang="ko-KR" sz="1400" b="1" kern="0" spc="-50" dirty="0">
              <a:ln>
                <a:solidFill>
                  <a:srgbClr val="000000">
                    <a:alpha val="0"/>
                  </a:srgbClr>
                </a:solidFill>
              </a:ln>
              <a:solidFill>
                <a:srgbClr val="00338D"/>
              </a:solidFill>
              <a:latin typeface="맑은 고딕" panose="020B0503020000020004" pitchFamily="50" charset="-127"/>
              <a:ea typeface="맑은 고딕" pitchFamily="50" charset="-127"/>
              <a:cs typeface="+mn-cs"/>
            </a:endParaRPr>
          </a:p>
        </p:txBody>
      </p:sp>
      <p:sp>
        <p:nvSpPr>
          <p:cNvPr id="29" name="Title 1"/>
          <p:cNvSpPr txBox="1">
            <a:spLocks/>
          </p:cNvSpPr>
          <p:nvPr/>
        </p:nvSpPr>
        <p:spPr>
          <a:xfrm>
            <a:off x="624292" y="406361"/>
            <a:ext cx="7823200" cy="390740"/>
          </a:xfrm>
          <a:prstGeom prst="rect">
            <a:avLst/>
          </a:prstGeom>
        </p:spPr>
        <p:txBody>
          <a:bodyPr vert="horz" lIns="0" tIns="0" rIns="0" bIns="0" rtlCol="0" anchor="ctr" anchorCtr="0">
            <a:noAutofit/>
          </a:bodyPr>
          <a:lstStyle>
            <a:lvl1pPr algn="l" defTabSz="914400" rtl="0" eaLnBrk="1" latinLnBrk="1" hangingPunct="1">
              <a:lnSpc>
                <a:spcPct val="70000"/>
              </a:lnSpc>
              <a:spcBef>
                <a:spcPct val="0"/>
              </a:spcBef>
              <a:buNone/>
              <a:defRPr sz="5400" kern="1200">
                <a:solidFill>
                  <a:schemeClr val="tx2"/>
                </a:solidFill>
                <a:latin typeface="+mj-lt"/>
                <a:ea typeface="+mj-ea"/>
                <a:cs typeface="+mj-cs"/>
              </a:defRPr>
            </a:lvl1pPr>
          </a:lstStyle>
          <a:p>
            <a:pPr>
              <a:defRPr/>
            </a:pPr>
            <a:r>
              <a:rPr lang="en-US" altLang="ko-KR" sz="2000" b="1" dirty="0">
                <a:solidFill>
                  <a:srgbClr val="00338D"/>
                </a:solidFill>
                <a:latin typeface="맑은 고딕" panose="020B0503020000020004" pitchFamily="50" charset="-127"/>
                <a:ea typeface="맑은 고딕" panose="020B0503020000020004" pitchFamily="50" charset="-127"/>
              </a:rPr>
              <a:t>I. </a:t>
            </a:r>
            <a:r>
              <a:rPr lang="en-US" altLang="ko-KR" sz="2000" b="1" kern="0" spc="-50" dirty="0">
                <a:ln>
                  <a:solidFill>
                    <a:srgbClr val="000000">
                      <a:alpha val="0"/>
                    </a:srgbClr>
                  </a:solidFill>
                </a:ln>
                <a:solidFill>
                  <a:srgbClr val="00338D"/>
                </a:solidFill>
                <a:latin typeface="맑은 고딕" panose="020B0503020000020004" pitchFamily="50" charset="-127"/>
                <a:ea typeface="맑은 고딕" pitchFamily="50" charset="-127"/>
                <a:cs typeface="+mn-cs"/>
              </a:rPr>
              <a:t>FTA </a:t>
            </a:r>
            <a:r>
              <a:rPr lang="ko-KR" altLang="en-US" sz="2000" b="1"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원산지 판정 현황</a:t>
            </a:r>
            <a:endParaRPr lang="ko-KR" altLang="en-US" sz="2400" b="1" kern="0" spc="-50" dirty="0">
              <a:ln>
                <a:solidFill>
                  <a:srgbClr val="000000">
                    <a:alpha val="0"/>
                  </a:srgbClr>
                </a:solidFill>
              </a:ln>
              <a:solidFill>
                <a:srgbClr val="00338D"/>
              </a:solidFill>
              <a:latin typeface="맑은 고딕" panose="020B0503020000020004" pitchFamily="50" charset="-127"/>
              <a:ea typeface="맑은 고딕" pitchFamily="50" charset="-127"/>
              <a:cs typeface="+mn-cs"/>
            </a:endParaRPr>
          </a:p>
        </p:txBody>
      </p:sp>
      <p:graphicFrame>
        <p:nvGraphicFramePr>
          <p:cNvPr id="2" name="차트 1">
            <a:extLst>
              <a:ext uri="{FF2B5EF4-FFF2-40B4-BE49-F238E27FC236}">
                <a16:creationId xmlns:a16="http://schemas.microsoft.com/office/drawing/2014/main" id="{9A9FE000-17A3-4C74-89F3-732ED2CFE99D}"/>
              </a:ext>
            </a:extLst>
          </p:cNvPr>
          <p:cNvGraphicFramePr/>
          <p:nvPr>
            <p:extLst>
              <p:ext uri="{D42A27DB-BD31-4B8C-83A1-F6EECF244321}">
                <p14:modId xmlns:p14="http://schemas.microsoft.com/office/powerpoint/2010/main" val="738224956"/>
              </p:ext>
            </p:extLst>
          </p:nvPr>
        </p:nvGraphicFramePr>
        <p:xfrm>
          <a:off x="592680" y="1642454"/>
          <a:ext cx="3960658" cy="4394452"/>
        </p:xfrm>
        <a:graphic>
          <a:graphicData uri="http://schemas.openxmlformats.org/drawingml/2006/chart">
            <c:chart xmlns:c="http://schemas.openxmlformats.org/drawingml/2006/chart" xmlns:r="http://schemas.openxmlformats.org/officeDocument/2006/relationships" r:id="rId2"/>
          </a:graphicData>
        </a:graphic>
      </p:graphicFrame>
      <p:sp>
        <p:nvSpPr>
          <p:cNvPr id="3" name="Rectangle 37">
            <a:extLst>
              <a:ext uri="{FF2B5EF4-FFF2-40B4-BE49-F238E27FC236}">
                <a16:creationId xmlns:a16="http://schemas.microsoft.com/office/drawing/2014/main" id="{7351CF2A-DC53-B5F9-658E-B0AE5CA77516}"/>
              </a:ext>
            </a:extLst>
          </p:cNvPr>
          <p:cNvSpPr>
            <a:spLocks noChangeArrowheads="1"/>
          </p:cNvSpPr>
          <p:nvPr/>
        </p:nvSpPr>
        <p:spPr bwMode="auto">
          <a:xfrm>
            <a:off x="5015287" y="1512731"/>
            <a:ext cx="4557338" cy="390739"/>
          </a:xfrm>
          <a:prstGeom prst="rect">
            <a:avLst/>
          </a:prstGeom>
          <a:solidFill>
            <a:srgbClr val="00338D"/>
          </a:solidFill>
          <a:ln w="9525" algn="ctr">
            <a:noFill/>
            <a:miter lim="800000"/>
            <a:headEnd/>
            <a:tailEnd/>
          </a:ln>
          <a:effectLst/>
        </p:spPr>
        <p:txBody>
          <a:bodyPr wrap="square" lIns="72000" tIns="72000" rIns="72000" bIns="72000" anchor="ctr" anchorCtr="0"/>
          <a:lstStyle/>
          <a:p>
            <a:pPr marL="342900" indent="-342900" algn="ctr" latinLnBrk="0">
              <a:lnSpc>
                <a:spcPct val="110000"/>
              </a:lnSpc>
              <a:spcBef>
                <a:spcPct val="20000"/>
              </a:spcBef>
              <a:buClr>
                <a:srgbClr val="415299"/>
              </a:buClr>
              <a:buSzPct val="125000"/>
            </a:pPr>
            <a:r>
              <a:rPr lang="ko-KR" altLang="en-US" sz="1200" b="1" kern="0" spc="-50" dirty="0">
                <a:ln>
                  <a:solidFill>
                    <a:srgbClr val="000000">
                      <a:alpha val="0"/>
                    </a:srgbClr>
                  </a:solidFill>
                </a:ln>
                <a:solidFill>
                  <a:schemeClr val="bg1"/>
                </a:solidFill>
                <a:latin typeface="맑은 고딕" panose="020B0503020000020004" pitchFamily="50" charset="-127"/>
                <a:ea typeface="맑은 고딕" pitchFamily="50" charset="-127"/>
              </a:rPr>
              <a:t>처리 방안</a:t>
            </a:r>
          </a:p>
        </p:txBody>
      </p:sp>
      <p:sp>
        <p:nvSpPr>
          <p:cNvPr id="4" name="직사각형 3">
            <a:extLst>
              <a:ext uri="{FF2B5EF4-FFF2-40B4-BE49-F238E27FC236}">
                <a16:creationId xmlns:a16="http://schemas.microsoft.com/office/drawing/2014/main" id="{CFF50CA7-D96C-4B0A-6A2D-7BC1696D5E4B}"/>
              </a:ext>
            </a:extLst>
          </p:cNvPr>
          <p:cNvSpPr/>
          <p:nvPr/>
        </p:nvSpPr>
        <p:spPr>
          <a:xfrm>
            <a:off x="5015288" y="1512735"/>
            <a:ext cx="4557338" cy="4605490"/>
          </a:xfrm>
          <a:prstGeom prst="rect">
            <a:avLst/>
          </a:prstGeom>
          <a:no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ctr"/>
            <a:endParaRPr lang="ko-KR" altLang="en-US" sz="1500" dirty="0" err="1">
              <a:solidFill>
                <a:schemeClr val="bg1"/>
              </a:solidFill>
            </a:endParaRPr>
          </a:p>
        </p:txBody>
      </p:sp>
      <p:sp>
        <p:nvSpPr>
          <p:cNvPr id="5" name="TextBox 4">
            <a:extLst>
              <a:ext uri="{FF2B5EF4-FFF2-40B4-BE49-F238E27FC236}">
                <a16:creationId xmlns:a16="http://schemas.microsoft.com/office/drawing/2014/main" id="{40BD1932-1867-97F8-2C2D-97886CB4E699}"/>
              </a:ext>
            </a:extLst>
          </p:cNvPr>
          <p:cNvSpPr txBox="1"/>
          <p:nvPr/>
        </p:nvSpPr>
        <p:spPr>
          <a:xfrm>
            <a:off x="5131195" y="2082486"/>
            <a:ext cx="4441430" cy="3811053"/>
          </a:xfrm>
          <a:prstGeom prst="rect">
            <a:avLst/>
          </a:prstGeom>
          <a:noFill/>
        </p:spPr>
        <p:txBody>
          <a:bodyPr wrap="square" lIns="54610" tIns="54610" rIns="54610" bIns="54610" rtlCol="0">
            <a:noAutofit/>
          </a:bodyPr>
          <a:lstStyle/>
          <a:p>
            <a:pPr marL="108000" indent="-108000">
              <a:spcAft>
                <a:spcPts val="600"/>
              </a:spcAft>
              <a:buFont typeface="Wingdings" panose="05000000000000000000" pitchFamily="2" charset="2"/>
              <a:buChar char="§"/>
            </a:pPr>
            <a:r>
              <a:rPr lang="en-US" altLang="ko-KR" sz="1400" b="1" kern="0" spc="-50" dirty="0">
                <a:ln>
                  <a:solidFill>
                    <a:srgbClr val="000000">
                      <a:alpha val="0"/>
                    </a:srgbClr>
                  </a:solidFill>
                </a:ln>
                <a:solidFill>
                  <a:srgbClr val="00338D"/>
                </a:solidFill>
                <a:latin typeface="맑은 고딕" panose="020B0503020000020004" pitchFamily="50" charset="-127"/>
                <a:ea typeface="맑은 고딕" pitchFamily="50" charset="-127"/>
              </a:rPr>
              <a:t>BOM </a:t>
            </a:r>
            <a:r>
              <a:rPr lang="ko-KR" altLang="en-US" sz="1400" b="1" kern="0" spc="-50" dirty="0">
                <a:ln>
                  <a:solidFill>
                    <a:srgbClr val="000000">
                      <a:alpha val="0"/>
                    </a:srgbClr>
                  </a:solidFill>
                </a:ln>
                <a:solidFill>
                  <a:srgbClr val="00338D"/>
                </a:solidFill>
                <a:latin typeface="맑은 고딕" panose="020B0503020000020004" pitchFamily="50" charset="-127"/>
                <a:ea typeface="맑은 고딕" pitchFamily="50" charset="-127"/>
              </a:rPr>
              <a:t>누락</a:t>
            </a:r>
            <a:endParaRPr lang="en-US" altLang="ko-KR" sz="1400" b="1" kern="0" spc="-50" dirty="0">
              <a:ln>
                <a:solidFill>
                  <a:srgbClr val="000000">
                    <a:alpha val="0"/>
                  </a:srgbClr>
                </a:solidFill>
              </a:ln>
              <a:solidFill>
                <a:srgbClr val="00338D"/>
              </a:solidFill>
              <a:latin typeface="맑은 고딕" panose="020B0503020000020004" pitchFamily="50" charset="-127"/>
              <a:ea typeface="맑은 고딕" pitchFamily="50" charset="-127"/>
            </a:endParaRPr>
          </a:p>
          <a:p>
            <a:pPr marL="171450" indent="-171450">
              <a:spcAft>
                <a:spcPts val="600"/>
              </a:spcAft>
              <a:buFontTx/>
              <a:buChar char="-"/>
            </a:pPr>
            <a:r>
              <a:rPr lang="ko-KR" altLang="en-US" sz="1200" kern="0" spc="-50" dirty="0">
                <a:ln>
                  <a:solidFill>
                    <a:srgbClr val="000000">
                      <a:alpha val="0"/>
                    </a:srgbClr>
                  </a:solidFill>
                </a:ln>
                <a:solidFill>
                  <a:srgbClr val="00338D"/>
                </a:solidFill>
                <a:latin typeface="맑은 고딕" panose="020B0503020000020004" pitchFamily="50" charset="-127"/>
                <a:ea typeface="맑은 고딕" pitchFamily="50" charset="-127"/>
              </a:rPr>
              <a:t>해당 제품의 </a:t>
            </a:r>
            <a:r>
              <a:rPr lang="en-US" altLang="ko-KR" sz="1200" kern="0" spc="-50" dirty="0">
                <a:ln>
                  <a:solidFill>
                    <a:srgbClr val="000000">
                      <a:alpha val="0"/>
                    </a:srgbClr>
                  </a:solidFill>
                </a:ln>
                <a:solidFill>
                  <a:srgbClr val="00338D"/>
                </a:solidFill>
                <a:latin typeface="맑은 고딕" panose="020B0503020000020004" pitchFamily="50" charset="-127"/>
                <a:ea typeface="맑은 고딕" pitchFamily="50" charset="-127"/>
              </a:rPr>
              <a:t>BOM </a:t>
            </a:r>
            <a:r>
              <a:rPr lang="ko-KR" altLang="en-US" sz="1200" kern="0" spc="-50" dirty="0">
                <a:ln>
                  <a:solidFill>
                    <a:srgbClr val="000000">
                      <a:alpha val="0"/>
                    </a:srgbClr>
                  </a:solidFill>
                </a:ln>
                <a:solidFill>
                  <a:srgbClr val="00338D"/>
                </a:solidFill>
                <a:latin typeface="맑은 고딕" panose="020B0503020000020004" pitchFamily="50" charset="-127"/>
                <a:ea typeface="맑은 고딕" pitchFamily="50" charset="-127"/>
              </a:rPr>
              <a:t>누락이 확인됨에 따라 등록 후 재판정 수행</a:t>
            </a:r>
            <a:endParaRPr lang="en-US" altLang="ko-KR" sz="1200" kern="0" spc="-50" dirty="0">
              <a:ln>
                <a:solidFill>
                  <a:srgbClr val="000000">
                    <a:alpha val="0"/>
                  </a:srgbClr>
                </a:solidFill>
              </a:ln>
              <a:solidFill>
                <a:srgbClr val="00338D"/>
              </a:solidFill>
              <a:latin typeface="맑은 고딕" panose="020B0503020000020004" pitchFamily="50" charset="-127"/>
              <a:ea typeface="맑은 고딕" pitchFamily="50" charset="-127"/>
            </a:endParaRPr>
          </a:p>
          <a:p>
            <a:pPr>
              <a:spcAft>
                <a:spcPts val="600"/>
              </a:spcAft>
            </a:pPr>
            <a:endParaRPr lang="en-US" altLang="ko-KR" sz="1200" kern="0" spc="-50" dirty="0">
              <a:ln>
                <a:solidFill>
                  <a:srgbClr val="000000">
                    <a:alpha val="0"/>
                  </a:srgbClr>
                </a:solidFill>
              </a:ln>
              <a:solidFill>
                <a:srgbClr val="00338D"/>
              </a:solidFill>
              <a:latin typeface="맑은 고딕" panose="020B0503020000020004" pitchFamily="50" charset="-127"/>
              <a:ea typeface="맑은 고딕" pitchFamily="50" charset="-127"/>
            </a:endParaRPr>
          </a:p>
          <a:p>
            <a:pPr marL="108000" indent="-108000">
              <a:spcAft>
                <a:spcPts val="600"/>
              </a:spcAft>
              <a:buFont typeface="Wingdings" panose="05000000000000000000" pitchFamily="2" charset="2"/>
              <a:buChar char="§"/>
            </a:pPr>
            <a:r>
              <a:rPr lang="en-US" altLang="ko-KR" sz="1400" b="1" kern="0" spc="-50" dirty="0">
                <a:ln>
                  <a:solidFill>
                    <a:srgbClr val="000000">
                      <a:alpha val="0"/>
                    </a:srgbClr>
                  </a:solidFill>
                </a:ln>
                <a:solidFill>
                  <a:srgbClr val="00338D"/>
                </a:solidFill>
                <a:latin typeface="맑은 고딕" panose="020B0503020000020004" pitchFamily="50" charset="-127"/>
                <a:ea typeface="맑은 고딕" pitchFamily="50" charset="-127"/>
              </a:rPr>
              <a:t>HS</a:t>
            </a:r>
            <a:r>
              <a:rPr lang="ko-KR" altLang="en-US" sz="1400" b="1" kern="0" spc="-50" dirty="0">
                <a:ln>
                  <a:solidFill>
                    <a:srgbClr val="000000">
                      <a:alpha val="0"/>
                    </a:srgbClr>
                  </a:solidFill>
                </a:ln>
                <a:solidFill>
                  <a:srgbClr val="00338D"/>
                </a:solidFill>
                <a:latin typeface="맑은 고딕" panose="020B0503020000020004" pitchFamily="50" charset="-127"/>
                <a:ea typeface="맑은 고딕" pitchFamily="50" charset="-127"/>
              </a:rPr>
              <a:t>코드 누락</a:t>
            </a:r>
            <a:endParaRPr lang="en-US" altLang="ko-KR" sz="1400" b="1" kern="0" spc="-50" dirty="0">
              <a:ln>
                <a:solidFill>
                  <a:srgbClr val="000000">
                    <a:alpha val="0"/>
                  </a:srgbClr>
                </a:solidFill>
              </a:ln>
              <a:solidFill>
                <a:srgbClr val="00338D"/>
              </a:solidFill>
              <a:latin typeface="맑은 고딕" panose="020B0503020000020004" pitchFamily="50" charset="-127"/>
              <a:ea typeface="맑은 고딕" pitchFamily="50" charset="-127"/>
            </a:endParaRPr>
          </a:p>
          <a:p>
            <a:pPr marL="171450" indent="-171450">
              <a:spcAft>
                <a:spcPts val="600"/>
              </a:spcAft>
              <a:buFontTx/>
              <a:buChar char="-"/>
            </a:pPr>
            <a:r>
              <a:rPr lang="en-US" altLang="ko-KR" sz="1200" kern="0" spc="-50" dirty="0">
                <a:ln>
                  <a:solidFill>
                    <a:srgbClr val="000000">
                      <a:alpha val="0"/>
                    </a:srgbClr>
                  </a:solidFill>
                </a:ln>
                <a:solidFill>
                  <a:srgbClr val="00338D"/>
                </a:solidFill>
                <a:latin typeface="맑은 고딕" panose="020B0503020000020004" pitchFamily="50" charset="-127"/>
                <a:ea typeface="맑은 고딕" pitchFamily="50" charset="-127"/>
              </a:rPr>
              <a:t>HS</a:t>
            </a:r>
            <a:r>
              <a:rPr lang="ko-KR" altLang="en-US" sz="1200" kern="0" spc="-50" dirty="0">
                <a:ln>
                  <a:solidFill>
                    <a:srgbClr val="000000">
                      <a:alpha val="0"/>
                    </a:srgbClr>
                  </a:solidFill>
                </a:ln>
                <a:solidFill>
                  <a:srgbClr val="00338D"/>
                </a:solidFill>
                <a:latin typeface="맑은 고딕" panose="020B0503020000020004" pitchFamily="50" charset="-127"/>
                <a:ea typeface="맑은 고딕" pitchFamily="50" charset="-127"/>
              </a:rPr>
              <a:t>코드 누락 자재에 대해</a:t>
            </a:r>
            <a:r>
              <a:rPr lang="en-US" altLang="ko-KR" sz="1200" kern="0" spc="-50" dirty="0">
                <a:ln>
                  <a:solidFill>
                    <a:srgbClr val="000000">
                      <a:alpha val="0"/>
                    </a:srgbClr>
                  </a:solidFill>
                </a:ln>
                <a:solidFill>
                  <a:srgbClr val="00338D"/>
                </a:solidFill>
                <a:latin typeface="맑은 고딕" panose="020B0503020000020004" pitchFamily="50" charset="-127"/>
                <a:ea typeface="맑은 고딕" pitchFamily="50" charset="-127"/>
              </a:rPr>
              <a:t> </a:t>
            </a:r>
            <a:r>
              <a:rPr lang="ko-KR" altLang="en-US" sz="1200" kern="0" spc="-50" dirty="0">
                <a:ln>
                  <a:solidFill>
                    <a:srgbClr val="000000">
                      <a:alpha val="0"/>
                    </a:srgbClr>
                  </a:solidFill>
                </a:ln>
                <a:solidFill>
                  <a:srgbClr val="00338D"/>
                </a:solidFill>
                <a:latin typeface="맑은 고딕" panose="020B0503020000020004" pitchFamily="50" charset="-127"/>
                <a:ea typeface="맑은 고딕" pitchFamily="50" charset="-127"/>
              </a:rPr>
              <a:t>등록 후 재판정 수행</a:t>
            </a:r>
            <a:endParaRPr lang="en-US" altLang="ko-KR" sz="1200" kern="0" spc="-50" dirty="0">
              <a:ln>
                <a:solidFill>
                  <a:srgbClr val="000000">
                    <a:alpha val="0"/>
                  </a:srgbClr>
                </a:solidFill>
              </a:ln>
              <a:solidFill>
                <a:srgbClr val="00338D"/>
              </a:solidFill>
              <a:latin typeface="맑은 고딕" panose="020B0503020000020004" pitchFamily="50" charset="-127"/>
              <a:ea typeface="맑은 고딕" pitchFamily="50" charset="-127"/>
            </a:endParaRPr>
          </a:p>
          <a:p>
            <a:pPr>
              <a:spcAft>
                <a:spcPts val="600"/>
              </a:spcAft>
            </a:pPr>
            <a:endParaRPr lang="en-US" altLang="ko-KR" sz="1200" kern="0" spc="-50" dirty="0">
              <a:ln>
                <a:solidFill>
                  <a:srgbClr val="000000">
                    <a:alpha val="0"/>
                  </a:srgbClr>
                </a:solidFill>
              </a:ln>
              <a:solidFill>
                <a:srgbClr val="00338D"/>
              </a:solidFill>
              <a:latin typeface="맑은 고딕" panose="020B0503020000020004" pitchFamily="50" charset="-127"/>
              <a:ea typeface="맑은 고딕" pitchFamily="50" charset="-127"/>
            </a:endParaRPr>
          </a:p>
          <a:p>
            <a:pPr marL="108000" indent="-108000">
              <a:spcAft>
                <a:spcPts val="600"/>
              </a:spcAft>
              <a:buFont typeface="Wingdings" panose="05000000000000000000" pitchFamily="2" charset="2"/>
              <a:buChar char="§"/>
            </a:pPr>
            <a:r>
              <a:rPr lang="ko-KR" altLang="en-US" sz="1400" b="1" kern="0" spc="-50" dirty="0">
                <a:ln>
                  <a:solidFill>
                    <a:srgbClr val="000000">
                      <a:alpha val="0"/>
                    </a:srgbClr>
                  </a:solidFill>
                </a:ln>
                <a:solidFill>
                  <a:srgbClr val="00338D"/>
                </a:solidFill>
                <a:latin typeface="맑은 고딕" panose="020B0503020000020004" pitchFamily="50" charset="-127"/>
                <a:ea typeface="맑은 고딕" pitchFamily="50" charset="-127"/>
              </a:rPr>
              <a:t>원재료 단가</a:t>
            </a:r>
            <a:endParaRPr lang="en-US" altLang="ko-KR" sz="1400" b="1" kern="0" spc="-50" dirty="0">
              <a:ln>
                <a:solidFill>
                  <a:srgbClr val="000000">
                    <a:alpha val="0"/>
                  </a:srgbClr>
                </a:solidFill>
              </a:ln>
              <a:solidFill>
                <a:srgbClr val="00338D"/>
              </a:solidFill>
              <a:latin typeface="맑은 고딕" panose="020B0503020000020004" pitchFamily="50" charset="-127"/>
              <a:ea typeface="맑은 고딕" pitchFamily="50" charset="-127"/>
            </a:endParaRPr>
          </a:p>
          <a:p>
            <a:pPr marL="171450" indent="-171450">
              <a:spcAft>
                <a:spcPts val="600"/>
              </a:spcAft>
              <a:buFontTx/>
              <a:buChar char="-"/>
            </a:pPr>
            <a:r>
              <a:rPr lang="ko-KR" altLang="en-US" sz="1200" kern="0" spc="-50" dirty="0">
                <a:ln>
                  <a:solidFill>
                    <a:srgbClr val="000000">
                      <a:alpha val="0"/>
                    </a:srgbClr>
                  </a:solidFill>
                </a:ln>
                <a:solidFill>
                  <a:srgbClr val="00338D"/>
                </a:solidFill>
                <a:latin typeface="맑은 고딕" panose="020B0503020000020004" pitchFamily="50" charset="-127"/>
                <a:ea typeface="맑은 고딕" pitchFamily="50" charset="-127"/>
              </a:rPr>
              <a:t>단가가 </a:t>
            </a:r>
            <a:r>
              <a:rPr lang="en-US" altLang="ko-KR" sz="1200" kern="0" spc="-50" dirty="0">
                <a:ln>
                  <a:solidFill>
                    <a:srgbClr val="000000">
                      <a:alpha val="0"/>
                    </a:srgbClr>
                  </a:solidFill>
                </a:ln>
                <a:solidFill>
                  <a:srgbClr val="00338D"/>
                </a:solidFill>
                <a:latin typeface="맑은 고딕" panose="020B0503020000020004" pitchFamily="50" charset="-127"/>
                <a:ea typeface="맑은 고딕" pitchFamily="50" charset="-127"/>
              </a:rPr>
              <a:t>'0'</a:t>
            </a:r>
            <a:r>
              <a:rPr lang="ko-KR" altLang="en-US" sz="1200" kern="0" spc="-50" dirty="0">
                <a:ln>
                  <a:solidFill>
                    <a:srgbClr val="000000">
                      <a:alpha val="0"/>
                    </a:srgbClr>
                  </a:solidFill>
                </a:ln>
                <a:solidFill>
                  <a:srgbClr val="00338D"/>
                </a:solidFill>
                <a:latin typeface="맑은 고딕" panose="020B0503020000020004" pitchFamily="50" charset="-127"/>
                <a:ea typeface="맑은 고딕" pitchFamily="50" charset="-127"/>
              </a:rPr>
              <a:t>인 원재료가 확인됨에 따라 해당 원재료의 수불 및 </a:t>
            </a:r>
            <a:endParaRPr lang="en-US" altLang="ko-KR" sz="1200" kern="0" spc="-50" dirty="0">
              <a:ln>
                <a:solidFill>
                  <a:srgbClr val="000000">
                    <a:alpha val="0"/>
                  </a:srgbClr>
                </a:solidFill>
              </a:ln>
              <a:solidFill>
                <a:srgbClr val="00338D"/>
              </a:solidFill>
              <a:latin typeface="맑은 고딕" panose="020B0503020000020004" pitchFamily="50" charset="-127"/>
              <a:ea typeface="맑은 고딕" pitchFamily="50" charset="-127"/>
            </a:endParaRPr>
          </a:p>
          <a:p>
            <a:pPr>
              <a:spcAft>
                <a:spcPts val="600"/>
              </a:spcAft>
            </a:pPr>
            <a:r>
              <a:rPr lang="en-US" altLang="ko-KR" sz="1200" kern="0" spc="-50" dirty="0">
                <a:ln>
                  <a:solidFill>
                    <a:srgbClr val="000000">
                      <a:alpha val="0"/>
                    </a:srgbClr>
                  </a:solidFill>
                </a:ln>
                <a:solidFill>
                  <a:srgbClr val="00338D"/>
                </a:solidFill>
                <a:latin typeface="맑은 고딕" panose="020B0503020000020004" pitchFamily="50" charset="-127"/>
                <a:ea typeface="맑은 고딕" pitchFamily="50" charset="-127"/>
              </a:rPr>
              <a:t>   </a:t>
            </a:r>
            <a:r>
              <a:rPr lang="ko-KR" altLang="en-US" sz="1200" kern="0" spc="-50" dirty="0">
                <a:ln>
                  <a:solidFill>
                    <a:srgbClr val="000000">
                      <a:alpha val="0"/>
                    </a:srgbClr>
                  </a:solidFill>
                </a:ln>
                <a:solidFill>
                  <a:srgbClr val="00338D"/>
                </a:solidFill>
                <a:latin typeface="맑은 고딕" panose="020B0503020000020004" pitchFamily="50" charset="-127"/>
                <a:ea typeface="맑은 고딕" pitchFamily="50" charset="-127"/>
              </a:rPr>
              <a:t>구매 확인 후 재판정 수행</a:t>
            </a:r>
            <a:endParaRPr lang="en-US" altLang="ko-KR" sz="1200" kern="0" spc="-50" dirty="0">
              <a:ln>
                <a:solidFill>
                  <a:srgbClr val="000000">
                    <a:alpha val="0"/>
                  </a:srgbClr>
                </a:solidFill>
              </a:ln>
              <a:solidFill>
                <a:srgbClr val="00338D"/>
              </a:solidFill>
              <a:latin typeface="맑은 고딕" panose="020B0503020000020004" pitchFamily="50" charset="-127"/>
              <a:ea typeface="맑은 고딕" pitchFamily="50" charset="-127"/>
            </a:endParaRPr>
          </a:p>
          <a:p>
            <a:pPr>
              <a:spcAft>
                <a:spcPts val="600"/>
              </a:spcAft>
            </a:pPr>
            <a:endParaRPr lang="en-US" altLang="ko-KR" sz="1200" kern="0" spc="-50" dirty="0">
              <a:ln>
                <a:solidFill>
                  <a:srgbClr val="000000">
                    <a:alpha val="0"/>
                  </a:srgbClr>
                </a:solidFill>
              </a:ln>
              <a:solidFill>
                <a:srgbClr val="00338D"/>
              </a:solidFill>
              <a:latin typeface="맑은 고딕" panose="020B0503020000020004" pitchFamily="50" charset="-127"/>
              <a:ea typeface="맑은 고딕" pitchFamily="50" charset="-127"/>
            </a:endParaRPr>
          </a:p>
          <a:p>
            <a:pPr marL="108000" indent="-108000">
              <a:spcAft>
                <a:spcPts val="600"/>
              </a:spcAft>
              <a:buFont typeface="Wingdings" panose="05000000000000000000" pitchFamily="2" charset="2"/>
              <a:buChar char="§"/>
            </a:pPr>
            <a:r>
              <a:rPr lang="ko-KR" altLang="en-US" sz="1400" b="1" kern="0" spc="-50" dirty="0">
                <a:ln>
                  <a:solidFill>
                    <a:srgbClr val="000000">
                      <a:alpha val="0"/>
                    </a:srgbClr>
                  </a:solidFill>
                </a:ln>
                <a:solidFill>
                  <a:srgbClr val="00338D"/>
                </a:solidFill>
                <a:latin typeface="맑은 고딕" panose="020B0503020000020004" pitchFamily="50" charset="-127"/>
                <a:ea typeface="맑은 고딕" pitchFamily="50" charset="-127"/>
              </a:rPr>
              <a:t>기타</a:t>
            </a:r>
            <a:endParaRPr lang="en-US" altLang="ko-KR" sz="1400" b="1" kern="0" spc="-50" dirty="0">
              <a:ln>
                <a:solidFill>
                  <a:srgbClr val="000000">
                    <a:alpha val="0"/>
                  </a:srgbClr>
                </a:solidFill>
              </a:ln>
              <a:solidFill>
                <a:srgbClr val="00338D"/>
              </a:solidFill>
              <a:latin typeface="맑은 고딕" panose="020B0503020000020004" pitchFamily="50" charset="-127"/>
              <a:ea typeface="맑은 고딕" pitchFamily="50" charset="-127"/>
            </a:endParaRPr>
          </a:p>
          <a:p>
            <a:pPr marL="171450" indent="-171450">
              <a:spcAft>
                <a:spcPts val="600"/>
              </a:spcAft>
              <a:buFontTx/>
              <a:buChar char="-"/>
            </a:pPr>
            <a:r>
              <a:rPr lang="ko-KR" altLang="en-US" sz="1200" kern="0" spc="-50" dirty="0">
                <a:ln>
                  <a:solidFill>
                    <a:srgbClr val="000000">
                      <a:alpha val="0"/>
                    </a:srgbClr>
                  </a:solidFill>
                </a:ln>
                <a:solidFill>
                  <a:srgbClr val="00338D"/>
                </a:solidFill>
                <a:latin typeface="맑은 고딕" panose="020B0503020000020004" pitchFamily="50" charset="-127"/>
                <a:ea typeface="맑은 고딕" pitchFamily="50" charset="-127"/>
              </a:rPr>
              <a:t>일부 협정에 대해 </a:t>
            </a:r>
            <a:r>
              <a:rPr lang="en-US" altLang="ko-KR" sz="1200" kern="0" spc="-50" dirty="0">
                <a:ln>
                  <a:solidFill>
                    <a:srgbClr val="000000">
                      <a:alpha val="0"/>
                    </a:srgbClr>
                  </a:solidFill>
                </a:ln>
                <a:solidFill>
                  <a:srgbClr val="00338D"/>
                </a:solidFill>
                <a:latin typeface="맑은 고딕" panose="020B0503020000020004" pitchFamily="50" charset="-127"/>
                <a:ea typeface="맑은 고딕" pitchFamily="50" charset="-127"/>
              </a:rPr>
              <a:t>PSR</a:t>
            </a:r>
            <a:r>
              <a:rPr lang="ko-KR" altLang="en-US" sz="1200" kern="0" spc="-50" dirty="0">
                <a:ln>
                  <a:solidFill>
                    <a:srgbClr val="000000">
                      <a:alpha val="0"/>
                    </a:srgbClr>
                  </a:solidFill>
                </a:ln>
                <a:solidFill>
                  <a:srgbClr val="00338D"/>
                </a:solidFill>
                <a:latin typeface="맑은 고딕" panose="020B0503020000020004" pitchFamily="50" charset="-127"/>
                <a:ea typeface="맑은 고딕" pitchFamily="50" charset="-127"/>
              </a:rPr>
              <a:t>이 누락된 경우가 존재함에 따라 </a:t>
            </a:r>
            <a:r>
              <a:rPr lang="en-US" altLang="ko-KR" sz="1200" kern="0" spc="-50" dirty="0">
                <a:ln>
                  <a:solidFill>
                    <a:srgbClr val="000000">
                      <a:alpha val="0"/>
                    </a:srgbClr>
                  </a:solidFill>
                </a:ln>
                <a:solidFill>
                  <a:srgbClr val="00338D"/>
                </a:solidFill>
                <a:latin typeface="맑은 고딕" panose="020B0503020000020004" pitchFamily="50" charset="-127"/>
                <a:ea typeface="맑은 고딕" pitchFamily="50" charset="-127"/>
              </a:rPr>
              <a:t>PSR </a:t>
            </a:r>
          </a:p>
          <a:p>
            <a:pPr>
              <a:spcAft>
                <a:spcPts val="600"/>
              </a:spcAft>
            </a:pPr>
            <a:r>
              <a:rPr lang="en-US" altLang="ko-KR" sz="1200" kern="0" spc="-50" dirty="0">
                <a:ln>
                  <a:solidFill>
                    <a:srgbClr val="000000">
                      <a:alpha val="0"/>
                    </a:srgbClr>
                  </a:solidFill>
                </a:ln>
                <a:solidFill>
                  <a:srgbClr val="00338D"/>
                </a:solidFill>
                <a:latin typeface="맑은 고딕" panose="020B0503020000020004" pitchFamily="50" charset="-127"/>
                <a:ea typeface="맑은 고딕" pitchFamily="50" charset="-127"/>
              </a:rPr>
              <a:t>   </a:t>
            </a:r>
            <a:r>
              <a:rPr lang="ko-KR" altLang="en-US" sz="1200" kern="0" spc="-50" dirty="0">
                <a:ln>
                  <a:solidFill>
                    <a:srgbClr val="000000">
                      <a:alpha val="0"/>
                    </a:srgbClr>
                  </a:solidFill>
                </a:ln>
                <a:solidFill>
                  <a:srgbClr val="00338D"/>
                </a:solidFill>
                <a:latin typeface="맑은 고딕" panose="020B0503020000020004" pitchFamily="50" charset="-127"/>
                <a:ea typeface="맑은 고딕" pitchFamily="50" charset="-127"/>
              </a:rPr>
              <a:t>등록 후 재판정 수행</a:t>
            </a:r>
            <a:endParaRPr lang="en-US" altLang="ko-KR" sz="1200" kern="0" spc="-50" dirty="0">
              <a:ln>
                <a:solidFill>
                  <a:srgbClr val="000000">
                    <a:alpha val="0"/>
                  </a:srgbClr>
                </a:solidFill>
              </a:ln>
              <a:solidFill>
                <a:srgbClr val="00338D"/>
              </a:solidFill>
              <a:latin typeface="맑은 고딕" panose="020B0503020000020004" pitchFamily="50" charset="-127"/>
              <a:ea typeface="맑은 고딕" pitchFamily="50" charset="-127"/>
            </a:endParaRPr>
          </a:p>
        </p:txBody>
      </p:sp>
    </p:spTree>
    <p:extLst>
      <p:ext uri="{BB962C8B-B14F-4D97-AF65-F5344CB8AC3E}">
        <p14:creationId xmlns:p14="http://schemas.microsoft.com/office/powerpoint/2010/main" val="22697329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9" name="표 8"/>
          <p:cNvGraphicFramePr>
            <a:graphicFrameLocks noGrp="1"/>
          </p:cNvGraphicFramePr>
          <p:nvPr>
            <p:extLst>
              <p:ext uri="{D42A27DB-BD31-4B8C-83A1-F6EECF244321}">
                <p14:modId xmlns:p14="http://schemas.microsoft.com/office/powerpoint/2010/main" val="454019241"/>
              </p:ext>
            </p:extLst>
          </p:nvPr>
        </p:nvGraphicFramePr>
        <p:xfrm>
          <a:off x="327000" y="1368559"/>
          <a:ext cx="9252000" cy="4900931"/>
        </p:xfrm>
        <a:graphic>
          <a:graphicData uri="http://schemas.openxmlformats.org/drawingml/2006/table">
            <a:tbl>
              <a:tblPr firstRow="1" bandRow="1"/>
              <a:tblGrid>
                <a:gridCol w="1542000">
                  <a:extLst>
                    <a:ext uri="{9D8B030D-6E8A-4147-A177-3AD203B41FA5}">
                      <a16:colId xmlns:a16="http://schemas.microsoft.com/office/drawing/2014/main" val="20000"/>
                    </a:ext>
                  </a:extLst>
                </a:gridCol>
                <a:gridCol w="1542000">
                  <a:extLst>
                    <a:ext uri="{9D8B030D-6E8A-4147-A177-3AD203B41FA5}">
                      <a16:colId xmlns:a16="http://schemas.microsoft.com/office/drawing/2014/main" val="20001"/>
                    </a:ext>
                  </a:extLst>
                </a:gridCol>
                <a:gridCol w="1542000">
                  <a:extLst>
                    <a:ext uri="{9D8B030D-6E8A-4147-A177-3AD203B41FA5}">
                      <a16:colId xmlns:a16="http://schemas.microsoft.com/office/drawing/2014/main" val="20002"/>
                    </a:ext>
                  </a:extLst>
                </a:gridCol>
                <a:gridCol w="1542000">
                  <a:extLst>
                    <a:ext uri="{9D8B030D-6E8A-4147-A177-3AD203B41FA5}">
                      <a16:colId xmlns:a16="http://schemas.microsoft.com/office/drawing/2014/main" val="20003"/>
                    </a:ext>
                  </a:extLst>
                </a:gridCol>
                <a:gridCol w="1542000">
                  <a:extLst>
                    <a:ext uri="{9D8B030D-6E8A-4147-A177-3AD203B41FA5}">
                      <a16:colId xmlns:a16="http://schemas.microsoft.com/office/drawing/2014/main" val="20004"/>
                    </a:ext>
                  </a:extLst>
                </a:gridCol>
                <a:gridCol w="1542000">
                  <a:extLst>
                    <a:ext uri="{9D8B030D-6E8A-4147-A177-3AD203B41FA5}">
                      <a16:colId xmlns:a16="http://schemas.microsoft.com/office/drawing/2014/main" val="20005"/>
                    </a:ext>
                  </a:extLst>
                </a:gridCol>
              </a:tblGrid>
              <a:tr h="395388">
                <a:tc>
                  <a:txBody>
                    <a:bodyPr/>
                    <a:lstStyle>
                      <a:lvl1pPr marL="0" algn="l" defTabSz="914400" rtl="0" eaLnBrk="1" latinLnBrk="1" hangingPunct="1">
                        <a:defRPr sz="1800" b="1" kern="1200">
                          <a:solidFill>
                            <a:schemeClr val="lt1"/>
                          </a:solidFill>
                          <a:latin typeface="Calibri"/>
                        </a:defRPr>
                      </a:lvl1pPr>
                      <a:lvl2pPr marL="457200" algn="l" defTabSz="914400" rtl="0" eaLnBrk="1" latinLnBrk="1" hangingPunct="1">
                        <a:defRPr sz="1800" b="1" kern="1200">
                          <a:solidFill>
                            <a:schemeClr val="lt1"/>
                          </a:solidFill>
                          <a:latin typeface="Calibri"/>
                        </a:defRPr>
                      </a:lvl2pPr>
                      <a:lvl3pPr marL="914400" algn="l" defTabSz="914400" rtl="0" eaLnBrk="1" latinLnBrk="1" hangingPunct="1">
                        <a:defRPr sz="1800" b="1" kern="1200">
                          <a:solidFill>
                            <a:schemeClr val="lt1"/>
                          </a:solidFill>
                          <a:latin typeface="Calibri"/>
                        </a:defRPr>
                      </a:lvl3pPr>
                      <a:lvl4pPr marL="1371600" algn="l" defTabSz="914400" rtl="0" eaLnBrk="1" latinLnBrk="1" hangingPunct="1">
                        <a:defRPr sz="1800" b="1" kern="1200">
                          <a:solidFill>
                            <a:schemeClr val="lt1"/>
                          </a:solidFill>
                          <a:latin typeface="Calibri"/>
                        </a:defRPr>
                      </a:lvl4pPr>
                      <a:lvl5pPr marL="1828800" algn="l" defTabSz="914400" rtl="0" eaLnBrk="1" latinLnBrk="1" hangingPunct="1">
                        <a:defRPr sz="1800" b="1" kern="1200">
                          <a:solidFill>
                            <a:schemeClr val="lt1"/>
                          </a:solidFill>
                          <a:latin typeface="Calibri"/>
                        </a:defRPr>
                      </a:lvl5pPr>
                      <a:lvl6pPr marL="2286000" algn="l" defTabSz="914400" rtl="0" eaLnBrk="1" latinLnBrk="1" hangingPunct="1">
                        <a:defRPr sz="1800" b="1" kern="1200">
                          <a:solidFill>
                            <a:schemeClr val="lt1"/>
                          </a:solidFill>
                          <a:latin typeface="Calibri"/>
                        </a:defRPr>
                      </a:lvl6pPr>
                      <a:lvl7pPr marL="2743200" algn="l" defTabSz="914400" rtl="0" eaLnBrk="1" latinLnBrk="1" hangingPunct="1">
                        <a:defRPr sz="1800" b="1" kern="1200">
                          <a:solidFill>
                            <a:schemeClr val="lt1"/>
                          </a:solidFill>
                          <a:latin typeface="Calibri"/>
                        </a:defRPr>
                      </a:lvl7pPr>
                      <a:lvl8pPr marL="3200400" algn="l" defTabSz="914400" rtl="0" eaLnBrk="1" latinLnBrk="1" hangingPunct="1">
                        <a:defRPr sz="1800" b="1" kern="1200">
                          <a:solidFill>
                            <a:schemeClr val="lt1"/>
                          </a:solidFill>
                          <a:latin typeface="Calibri"/>
                        </a:defRPr>
                      </a:lvl8pPr>
                      <a:lvl9pPr marL="3657600" algn="l" defTabSz="914400" rtl="0" eaLnBrk="1" latinLnBrk="1" hangingPunct="1">
                        <a:defRPr sz="1800" b="1" kern="1200">
                          <a:solidFill>
                            <a:schemeClr val="lt1"/>
                          </a:solidFill>
                          <a:latin typeface="Calibri"/>
                        </a:defRPr>
                      </a:lvl9p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1" kern="0" spc="-50" dirty="0">
                          <a:ln>
                            <a:solidFill>
                              <a:srgbClr val="000000">
                                <a:alpha val="0"/>
                              </a:srgbClr>
                            </a:solidFill>
                          </a:ln>
                          <a:solidFill>
                            <a:schemeClr val="bg1"/>
                          </a:solidFill>
                          <a:latin typeface="맑은 고딕" panose="020B0503020000020004" pitchFamily="50" charset="-127"/>
                          <a:ea typeface="맑은 고딕" pitchFamily="50" charset="-127"/>
                          <a:cs typeface="+mn-cs"/>
                        </a:rPr>
                        <a:t>FTA </a:t>
                      </a:r>
                      <a:r>
                        <a:rPr lang="ko-KR" altLang="en-US" sz="1000" b="1" kern="0" spc="-50" dirty="0">
                          <a:ln>
                            <a:solidFill>
                              <a:srgbClr val="000000">
                                <a:alpha val="0"/>
                              </a:srgbClr>
                            </a:solidFill>
                          </a:ln>
                          <a:solidFill>
                            <a:schemeClr val="bg1"/>
                          </a:solidFill>
                          <a:latin typeface="맑은 고딕" panose="020B0503020000020004" pitchFamily="50" charset="-127"/>
                          <a:ea typeface="맑은 고딕" pitchFamily="50" charset="-127"/>
                          <a:cs typeface="+mn-cs"/>
                        </a:rPr>
                        <a:t>협정</a:t>
                      </a:r>
                    </a:p>
                  </a:txBody>
                  <a:tcPr anchor="ctr">
                    <a:lnL w="6350" cap="flat" cmpd="sng" algn="ctr">
                      <a:solidFill>
                        <a:schemeClr val="tx2"/>
                      </a:solidFill>
                      <a:prstDash val="solid"/>
                      <a:round/>
                      <a:headEnd type="none" w="med" len="med"/>
                      <a:tailEnd type="none" w="med" len="med"/>
                    </a:lnL>
                    <a:lnR w="12700" cmpd="sng">
                      <a:solidFill>
                        <a:sysClr val="window" lastClr="FFFFFF"/>
                      </a:solidFill>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solidFill>
                      <a:srgbClr val="00338D"/>
                    </a:solidFill>
                  </a:tcPr>
                </a:tc>
                <a:tc>
                  <a:txBody>
                    <a:bodyPr/>
                    <a:lstStyle>
                      <a:lvl1pPr marL="0" algn="l" defTabSz="914400" rtl="0" eaLnBrk="1" latinLnBrk="1" hangingPunct="1">
                        <a:defRPr sz="1800" b="1" kern="1200">
                          <a:solidFill>
                            <a:schemeClr val="lt1"/>
                          </a:solidFill>
                          <a:latin typeface="Calibri"/>
                        </a:defRPr>
                      </a:lvl1pPr>
                      <a:lvl2pPr marL="457200" algn="l" defTabSz="914400" rtl="0" eaLnBrk="1" latinLnBrk="1" hangingPunct="1">
                        <a:defRPr sz="1800" b="1" kern="1200">
                          <a:solidFill>
                            <a:schemeClr val="lt1"/>
                          </a:solidFill>
                          <a:latin typeface="Calibri"/>
                        </a:defRPr>
                      </a:lvl2pPr>
                      <a:lvl3pPr marL="914400" algn="l" defTabSz="914400" rtl="0" eaLnBrk="1" latinLnBrk="1" hangingPunct="1">
                        <a:defRPr sz="1800" b="1" kern="1200">
                          <a:solidFill>
                            <a:schemeClr val="lt1"/>
                          </a:solidFill>
                          <a:latin typeface="Calibri"/>
                        </a:defRPr>
                      </a:lvl3pPr>
                      <a:lvl4pPr marL="1371600" algn="l" defTabSz="914400" rtl="0" eaLnBrk="1" latinLnBrk="1" hangingPunct="1">
                        <a:defRPr sz="1800" b="1" kern="1200">
                          <a:solidFill>
                            <a:schemeClr val="lt1"/>
                          </a:solidFill>
                          <a:latin typeface="Calibri"/>
                        </a:defRPr>
                      </a:lvl4pPr>
                      <a:lvl5pPr marL="1828800" algn="l" defTabSz="914400" rtl="0" eaLnBrk="1" latinLnBrk="1" hangingPunct="1">
                        <a:defRPr sz="1800" b="1" kern="1200">
                          <a:solidFill>
                            <a:schemeClr val="lt1"/>
                          </a:solidFill>
                          <a:latin typeface="Calibri"/>
                        </a:defRPr>
                      </a:lvl5pPr>
                      <a:lvl6pPr marL="2286000" algn="l" defTabSz="914400" rtl="0" eaLnBrk="1" latinLnBrk="1" hangingPunct="1">
                        <a:defRPr sz="1800" b="1" kern="1200">
                          <a:solidFill>
                            <a:schemeClr val="lt1"/>
                          </a:solidFill>
                          <a:latin typeface="Calibri"/>
                        </a:defRPr>
                      </a:lvl6pPr>
                      <a:lvl7pPr marL="2743200" algn="l" defTabSz="914400" rtl="0" eaLnBrk="1" latinLnBrk="1" hangingPunct="1">
                        <a:defRPr sz="1800" b="1" kern="1200">
                          <a:solidFill>
                            <a:schemeClr val="lt1"/>
                          </a:solidFill>
                          <a:latin typeface="Calibri"/>
                        </a:defRPr>
                      </a:lvl7pPr>
                      <a:lvl8pPr marL="3200400" algn="l" defTabSz="914400" rtl="0" eaLnBrk="1" latinLnBrk="1" hangingPunct="1">
                        <a:defRPr sz="1800" b="1" kern="1200">
                          <a:solidFill>
                            <a:schemeClr val="lt1"/>
                          </a:solidFill>
                          <a:latin typeface="Calibri"/>
                        </a:defRPr>
                      </a:lvl8pPr>
                      <a:lvl9pPr marL="3657600" algn="l" defTabSz="914400" rtl="0" eaLnBrk="1" latinLnBrk="1" hangingPunct="1">
                        <a:defRPr sz="1800" b="1" kern="1200">
                          <a:solidFill>
                            <a:schemeClr val="lt1"/>
                          </a:solidFill>
                          <a:latin typeface="Calibri"/>
                        </a:defRPr>
                      </a:lvl9pPr>
                    </a:lstStyle>
                    <a:p>
                      <a:pPr marL="0" marR="0" indent="0" algn="ctr" defTabSz="914400" rtl="0" eaLnBrk="1" fontAlgn="ctr" latinLnBrk="0" hangingPunct="1">
                        <a:lnSpc>
                          <a:spcPct val="100000"/>
                        </a:lnSpc>
                        <a:spcBef>
                          <a:spcPts val="0"/>
                        </a:spcBef>
                        <a:spcAft>
                          <a:spcPts val="0"/>
                        </a:spcAft>
                        <a:buClrTx/>
                        <a:buSzTx/>
                        <a:buFontTx/>
                        <a:buNone/>
                        <a:tabLst/>
                        <a:defRPr/>
                      </a:pPr>
                      <a:r>
                        <a:rPr lang="ko-KR" altLang="en-US" sz="1000" b="1" kern="0" spc="-50" dirty="0">
                          <a:ln>
                            <a:solidFill>
                              <a:srgbClr val="000000">
                                <a:alpha val="0"/>
                              </a:srgbClr>
                            </a:solidFill>
                          </a:ln>
                          <a:solidFill>
                            <a:schemeClr val="bg1"/>
                          </a:solidFill>
                          <a:latin typeface="맑은 고딕" panose="020B0503020000020004" pitchFamily="50" charset="-127"/>
                          <a:ea typeface="맑은 고딕" pitchFamily="50" charset="-127"/>
                          <a:cs typeface="+mn-cs"/>
                        </a:rPr>
                        <a:t>판정대상품목</a:t>
                      </a:r>
                      <a:r>
                        <a:rPr lang="en-US" altLang="ko-KR" sz="1000" b="1" kern="0" spc="-50" dirty="0">
                          <a:ln>
                            <a:solidFill>
                              <a:srgbClr val="000000">
                                <a:alpha val="0"/>
                              </a:srgbClr>
                            </a:solidFill>
                          </a:ln>
                          <a:solidFill>
                            <a:schemeClr val="bg1"/>
                          </a:solidFill>
                          <a:latin typeface="맑은 고딕" panose="020B0503020000020004" pitchFamily="50" charset="-127"/>
                          <a:ea typeface="맑은 고딕" pitchFamily="50" charset="-127"/>
                          <a:cs typeface="+mn-cs"/>
                        </a:rPr>
                        <a:t>(</a:t>
                      </a:r>
                      <a:r>
                        <a:rPr lang="ko-KR" altLang="en-US" sz="1000" b="1" kern="0" spc="-50" dirty="0">
                          <a:ln>
                            <a:solidFill>
                              <a:srgbClr val="000000">
                                <a:alpha val="0"/>
                              </a:srgbClr>
                            </a:solidFill>
                          </a:ln>
                          <a:solidFill>
                            <a:schemeClr val="bg1"/>
                          </a:solidFill>
                          <a:latin typeface="맑은 고딕" panose="020B0503020000020004" pitchFamily="50" charset="-127"/>
                          <a:ea typeface="맑은 고딕" pitchFamily="50" charset="-127"/>
                          <a:cs typeface="+mn-cs"/>
                        </a:rPr>
                        <a:t>개</a:t>
                      </a:r>
                      <a:r>
                        <a:rPr lang="en-US" altLang="ko-KR" sz="1000" b="1" kern="0" spc="-50" dirty="0">
                          <a:ln>
                            <a:solidFill>
                              <a:srgbClr val="000000">
                                <a:alpha val="0"/>
                              </a:srgbClr>
                            </a:solidFill>
                          </a:ln>
                          <a:solidFill>
                            <a:schemeClr val="bg1"/>
                          </a:solidFill>
                          <a:latin typeface="맑은 고딕" panose="020B0503020000020004" pitchFamily="50" charset="-127"/>
                          <a:ea typeface="맑은 고딕" pitchFamily="50" charset="-127"/>
                          <a:cs typeface="+mn-cs"/>
                        </a:rPr>
                        <a:t>)</a:t>
                      </a:r>
                    </a:p>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1" kern="0" spc="-50" dirty="0">
                          <a:ln>
                            <a:solidFill>
                              <a:srgbClr val="000000">
                                <a:alpha val="0"/>
                              </a:srgbClr>
                            </a:solidFill>
                          </a:ln>
                          <a:solidFill>
                            <a:schemeClr val="bg1"/>
                          </a:solidFill>
                          <a:latin typeface="맑은 고딕" panose="020B0503020000020004" pitchFamily="50" charset="-127"/>
                          <a:ea typeface="맑은 고딕" pitchFamily="50" charset="-127"/>
                          <a:cs typeface="+mn-cs"/>
                        </a:rPr>
                        <a:t>(1)+(2)+(3)</a:t>
                      </a:r>
                      <a:endParaRPr lang="ko-KR" altLang="en-US" sz="1000" b="1" kern="0" spc="-50" dirty="0">
                        <a:ln>
                          <a:solidFill>
                            <a:srgbClr val="000000">
                              <a:alpha val="0"/>
                            </a:srgbClr>
                          </a:solidFill>
                        </a:ln>
                        <a:solidFill>
                          <a:schemeClr val="bg1"/>
                        </a:solidFill>
                        <a:latin typeface="맑은 고딕" panose="020B0503020000020004" pitchFamily="50" charset="-127"/>
                        <a:ea typeface="맑은 고딕" pitchFamily="50" charset="-127"/>
                        <a:cs typeface="+mn-cs"/>
                      </a:endParaRPr>
                    </a:p>
                  </a:txBody>
                  <a:tcPr anchor="ctr">
                    <a:lnL w="12700" cmpd="sng">
                      <a:solidFill>
                        <a:sysClr val="window" lastClr="FFFFFF"/>
                      </a:solidFill>
                    </a:lnL>
                    <a:lnR w="12700" cap="flat" cmpd="sng" algn="ctr">
                      <a:solidFill>
                        <a:sysClr val="window" lastClr="FFFFFF"/>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solidFill>
                      <a:srgbClr val="00338D"/>
                    </a:solid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1" kern="0" spc="-50" dirty="0">
                          <a:ln>
                            <a:solidFill>
                              <a:srgbClr val="000000">
                                <a:alpha val="0"/>
                              </a:srgbClr>
                            </a:solidFill>
                          </a:ln>
                          <a:solidFill>
                            <a:schemeClr val="bg1"/>
                          </a:solidFill>
                          <a:latin typeface="맑은 고딕" panose="020B0503020000020004" pitchFamily="50" charset="-127"/>
                          <a:ea typeface="맑은 고딕" pitchFamily="50" charset="-127"/>
                          <a:cs typeface="+mn-cs"/>
                        </a:rPr>
                        <a:t>(1)</a:t>
                      </a:r>
                      <a:r>
                        <a:rPr lang="ko-KR" altLang="en-US" sz="1000" b="1" kern="0" spc="-50" dirty="0" err="1">
                          <a:ln>
                            <a:solidFill>
                              <a:srgbClr val="000000">
                                <a:alpha val="0"/>
                              </a:srgbClr>
                            </a:solidFill>
                          </a:ln>
                          <a:solidFill>
                            <a:schemeClr val="bg1"/>
                          </a:solidFill>
                          <a:latin typeface="맑은 고딕" panose="020B0503020000020004" pitchFamily="50" charset="-127"/>
                          <a:ea typeface="맑은 고딕" pitchFamily="50" charset="-127"/>
                          <a:cs typeface="+mn-cs"/>
                        </a:rPr>
                        <a:t>역내산</a:t>
                      </a:r>
                      <a:r>
                        <a:rPr lang="ko-KR" altLang="en-US" sz="1000" b="1" kern="0" spc="-50" dirty="0">
                          <a:ln>
                            <a:solidFill>
                              <a:srgbClr val="000000">
                                <a:alpha val="0"/>
                              </a:srgbClr>
                            </a:solidFill>
                          </a:ln>
                          <a:solidFill>
                            <a:schemeClr val="bg1"/>
                          </a:solidFill>
                          <a:latin typeface="맑은 고딕" panose="020B0503020000020004" pitchFamily="50" charset="-127"/>
                          <a:ea typeface="맑은 고딕" pitchFamily="50" charset="-127"/>
                          <a:cs typeface="+mn-cs"/>
                        </a:rPr>
                        <a:t> </a:t>
                      </a:r>
                      <a:r>
                        <a:rPr lang="ko-KR" altLang="en-US" sz="1000" b="1" kern="0" spc="-50" dirty="0" err="1">
                          <a:ln>
                            <a:solidFill>
                              <a:srgbClr val="000000">
                                <a:alpha val="0"/>
                              </a:srgbClr>
                            </a:solidFill>
                          </a:ln>
                          <a:solidFill>
                            <a:schemeClr val="bg1"/>
                          </a:solidFill>
                          <a:latin typeface="맑은 고딕" panose="020B0503020000020004" pitchFamily="50" charset="-127"/>
                          <a:ea typeface="맑은 고딕" pitchFamily="50" charset="-127"/>
                          <a:cs typeface="+mn-cs"/>
                        </a:rPr>
                        <a:t>품목수</a:t>
                      </a:r>
                      <a:r>
                        <a:rPr lang="en-US" altLang="ko-KR" sz="1000" b="1" kern="0" spc="-50" dirty="0">
                          <a:ln>
                            <a:solidFill>
                              <a:srgbClr val="000000">
                                <a:alpha val="0"/>
                              </a:srgbClr>
                            </a:solidFill>
                          </a:ln>
                          <a:solidFill>
                            <a:schemeClr val="bg1"/>
                          </a:solidFill>
                          <a:latin typeface="맑은 고딕" panose="020B0503020000020004" pitchFamily="50" charset="-127"/>
                          <a:ea typeface="맑은 고딕" pitchFamily="50" charset="-127"/>
                          <a:cs typeface="+mn-cs"/>
                        </a:rPr>
                        <a:t>(</a:t>
                      </a:r>
                      <a:r>
                        <a:rPr lang="ko-KR" altLang="en-US" sz="1000" b="1" kern="0" spc="-50" dirty="0">
                          <a:ln>
                            <a:solidFill>
                              <a:srgbClr val="000000">
                                <a:alpha val="0"/>
                              </a:srgbClr>
                            </a:solidFill>
                          </a:ln>
                          <a:solidFill>
                            <a:schemeClr val="bg1"/>
                          </a:solidFill>
                          <a:latin typeface="맑은 고딕" panose="020B0503020000020004" pitchFamily="50" charset="-127"/>
                          <a:ea typeface="맑은 고딕" pitchFamily="50" charset="-127"/>
                          <a:cs typeface="+mn-cs"/>
                        </a:rPr>
                        <a:t>개</a:t>
                      </a:r>
                      <a:r>
                        <a:rPr lang="en-US" altLang="ko-KR" sz="1000" b="1" kern="0" spc="-50" dirty="0">
                          <a:ln>
                            <a:solidFill>
                              <a:srgbClr val="000000">
                                <a:alpha val="0"/>
                              </a:srgbClr>
                            </a:solidFill>
                          </a:ln>
                          <a:solidFill>
                            <a:schemeClr val="bg1"/>
                          </a:solidFill>
                          <a:latin typeface="맑은 고딕" panose="020B0503020000020004" pitchFamily="50" charset="-127"/>
                          <a:ea typeface="맑은 고딕" pitchFamily="50" charset="-127"/>
                          <a:cs typeface="+mn-cs"/>
                        </a:rPr>
                        <a:t>)</a:t>
                      </a:r>
                      <a:endParaRPr lang="ko-KR" altLang="en-US" sz="1000" b="1" kern="0" spc="-50" dirty="0">
                        <a:ln>
                          <a:solidFill>
                            <a:srgbClr val="000000">
                              <a:alpha val="0"/>
                            </a:srgbClr>
                          </a:solidFill>
                        </a:ln>
                        <a:solidFill>
                          <a:schemeClr val="bg1"/>
                        </a:solidFill>
                        <a:latin typeface="맑은 고딕" panose="020B0503020000020004" pitchFamily="50" charset="-127"/>
                        <a:ea typeface="맑은 고딕" pitchFamily="50" charset="-127"/>
                        <a:cs typeface="+mn-cs"/>
                      </a:endParaRPr>
                    </a:p>
                  </a:txBody>
                  <a:tcPr anchor="ctr">
                    <a:lnL w="12700" cmpd="sng">
                      <a:solidFill>
                        <a:sysClr val="window" lastClr="FFFFFF"/>
                      </a:solidFill>
                    </a:lnL>
                    <a:lnR w="12700" cap="flat" cmpd="sng" algn="ctr">
                      <a:solidFill>
                        <a:sysClr val="window" lastClr="FFFFFF"/>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solidFill>
                      <a:srgbClr val="00338D"/>
                    </a:solid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1" kern="0" spc="-50" dirty="0">
                          <a:ln>
                            <a:solidFill>
                              <a:srgbClr val="000000">
                                <a:alpha val="0"/>
                              </a:srgbClr>
                            </a:solidFill>
                          </a:ln>
                          <a:solidFill>
                            <a:schemeClr val="bg1"/>
                          </a:solidFill>
                          <a:latin typeface="맑은 고딕" panose="020B0503020000020004" pitchFamily="50" charset="-127"/>
                          <a:ea typeface="맑은 고딕" pitchFamily="50" charset="-127"/>
                          <a:cs typeface="+mn-cs"/>
                        </a:rPr>
                        <a:t>(2)</a:t>
                      </a:r>
                      <a:r>
                        <a:rPr lang="ko-KR" altLang="en-US" sz="1000" b="1" kern="0" spc="-50" dirty="0" err="1">
                          <a:ln>
                            <a:solidFill>
                              <a:srgbClr val="000000">
                                <a:alpha val="0"/>
                              </a:srgbClr>
                            </a:solidFill>
                          </a:ln>
                          <a:solidFill>
                            <a:schemeClr val="bg1"/>
                          </a:solidFill>
                          <a:latin typeface="맑은 고딕" panose="020B0503020000020004" pitchFamily="50" charset="-127"/>
                          <a:ea typeface="맑은 고딕" pitchFamily="50" charset="-127"/>
                          <a:cs typeface="+mn-cs"/>
                        </a:rPr>
                        <a:t>비역내산</a:t>
                      </a:r>
                      <a:r>
                        <a:rPr lang="ko-KR" altLang="en-US" sz="1000" b="1" kern="0" spc="-50" dirty="0">
                          <a:ln>
                            <a:solidFill>
                              <a:srgbClr val="000000">
                                <a:alpha val="0"/>
                              </a:srgbClr>
                            </a:solidFill>
                          </a:ln>
                          <a:solidFill>
                            <a:schemeClr val="bg1"/>
                          </a:solidFill>
                          <a:latin typeface="맑은 고딕" panose="020B0503020000020004" pitchFamily="50" charset="-127"/>
                          <a:ea typeface="맑은 고딕" pitchFamily="50" charset="-127"/>
                          <a:cs typeface="+mn-cs"/>
                        </a:rPr>
                        <a:t> </a:t>
                      </a:r>
                      <a:r>
                        <a:rPr lang="ko-KR" altLang="en-US" sz="1000" b="1" kern="0" spc="-50" dirty="0" err="1">
                          <a:ln>
                            <a:solidFill>
                              <a:srgbClr val="000000">
                                <a:alpha val="0"/>
                              </a:srgbClr>
                            </a:solidFill>
                          </a:ln>
                          <a:solidFill>
                            <a:schemeClr val="bg1"/>
                          </a:solidFill>
                          <a:latin typeface="맑은 고딕" panose="020B0503020000020004" pitchFamily="50" charset="-127"/>
                          <a:ea typeface="맑은 고딕" pitchFamily="50" charset="-127"/>
                          <a:cs typeface="+mn-cs"/>
                        </a:rPr>
                        <a:t>품목수</a:t>
                      </a:r>
                      <a:r>
                        <a:rPr lang="en-US" altLang="ko-KR" sz="1000" b="1" kern="0" spc="-50" dirty="0">
                          <a:ln>
                            <a:solidFill>
                              <a:srgbClr val="000000">
                                <a:alpha val="0"/>
                              </a:srgbClr>
                            </a:solidFill>
                          </a:ln>
                          <a:solidFill>
                            <a:schemeClr val="bg1"/>
                          </a:solidFill>
                          <a:latin typeface="맑은 고딕" panose="020B0503020000020004" pitchFamily="50" charset="-127"/>
                          <a:ea typeface="맑은 고딕" pitchFamily="50" charset="-127"/>
                          <a:cs typeface="+mn-cs"/>
                        </a:rPr>
                        <a:t>(</a:t>
                      </a:r>
                      <a:r>
                        <a:rPr lang="ko-KR" altLang="en-US" sz="1000" b="1" kern="0" spc="-50" dirty="0">
                          <a:ln>
                            <a:solidFill>
                              <a:srgbClr val="000000">
                                <a:alpha val="0"/>
                              </a:srgbClr>
                            </a:solidFill>
                          </a:ln>
                          <a:solidFill>
                            <a:schemeClr val="bg1"/>
                          </a:solidFill>
                          <a:latin typeface="맑은 고딕" panose="020B0503020000020004" pitchFamily="50" charset="-127"/>
                          <a:ea typeface="맑은 고딕" pitchFamily="50" charset="-127"/>
                          <a:cs typeface="+mn-cs"/>
                        </a:rPr>
                        <a:t>개</a:t>
                      </a:r>
                      <a:r>
                        <a:rPr lang="en-US" altLang="ko-KR" sz="1000" b="1" kern="0" spc="-50" dirty="0">
                          <a:ln>
                            <a:solidFill>
                              <a:srgbClr val="000000">
                                <a:alpha val="0"/>
                              </a:srgbClr>
                            </a:solidFill>
                          </a:ln>
                          <a:solidFill>
                            <a:schemeClr val="bg1"/>
                          </a:solidFill>
                          <a:latin typeface="맑은 고딕" panose="020B0503020000020004" pitchFamily="50" charset="-127"/>
                          <a:ea typeface="맑은 고딕" pitchFamily="50" charset="-127"/>
                          <a:cs typeface="+mn-cs"/>
                        </a:rPr>
                        <a:t>)</a:t>
                      </a:r>
                      <a:endParaRPr lang="ko-KR" altLang="en-US" sz="1000" b="1" kern="0" spc="-50" dirty="0">
                        <a:ln>
                          <a:solidFill>
                            <a:srgbClr val="000000">
                              <a:alpha val="0"/>
                            </a:srgbClr>
                          </a:solidFill>
                        </a:ln>
                        <a:solidFill>
                          <a:schemeClr val="bg1"/>
                        </a:solidFill>
                        <a:latin typeface="맑은 고딕" panose="020B0503020000020004" pitchFamily="50" charset="-127"/>
                        <a:ea typeface="맑은 고딕" pitchFamily="50" charset="-127"/>
                        <a:cs typeface="+mn-cs"/>
                      </a:endParaRPr>
                    </a:p>
                  </a:txBody>
                  <a:tcPr anchor="ctr">
                    <a:lnL w="12700" cmpd="sng">
                      <a:solidFill>
                        <a:sysClr val="window" lastClr="FFFFFF"/>
                      </a:solidFill>
                    </a:lnL>
                    <a:lnR w="12700" cap="flat" cmpd="sng" algn="ctr">
                      <a:solidFill>
                        <a:sysClr val="window" lastClr="FFFFFF"/>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solidFill>
                      <a:srgbClr val="00338D"/>
                    </a:solid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1" kern="0" spc="-50" dirty="0">
                          <a:ln>
                            <a:solidFill>
                              <a:srgbClr val="000000">
                                <a:alpha val="0"/>
                              </a:srgbClr>
                            </a:solidFill>
                          </a:ln>
                          <a:solidFill>
                            <a:schemeClr val="bg1"/>
                          </a:solidFill>
                          <a:latin typeface="맑은 고딕" panose="020B0503020000020004" pitchFamily="50" charset="-127"/>
                          <a:ea typeface="맑은 고딕" pitchFamily="50" charset="-127"/>
                          <a:cs typeface="+mn-cs"/>
                        </a:rPr>
                        <a:t>(3)</a:t>
                      </a:r>
                      <a:r>
                        <a:rPr lang="ko-KR" altLang="en-US" sz="1000" b="1" kern="0" spc="-50" dirty="0" err="1">
                          <a:ln>
                            <a:solidFill>
                              <a:srgbClr val="000000">
                                <a:alpha val="0"/>
                              </a:srgbClr>
                            </a:solidFill>
                          </a:ln>
                          <a:solidFill>
                            <a:schemeClr val="bg1"/>
                          </a:solidFill>
                          <a:latin typeface="맑은 고딕" panose="020B0503020000020004" pitchFamily="50" charset="-127"/>
                          <a:ea typeface="맑은 고딕" pitchFamily="50" charset="-127"/>
                          <a:cs typeface="+mn-cs"/>
                        </a:rPr>
                        <a:t>판정에러</a:t>
                      </a:r>
                      <a:r>
                        <a:rPr lang="ko-KR" altLang="en-US" sz="1000" b="1" kern="0" spc="-50" dirty="0">
                          <a:ln>
                            <a:solidFill>
                              <a:srgbClr val="000000">
                                <a:alpha val="0"/>
                              </a:srgbClr>
                            </a:solidFill>
                          </a:ln>
                          <a:solidFill>
                            <a:schemeClr val="bg1"/>
                          </a:solidFill>
                          <a:latin typeface="맑은 고딕" panose="020B0503020000020004" pitchFamily="50" charset="-127"/>
                          <a:ea typeface="맑은 고딕" pitchFamily="50" charset="-127"/>
                          <a:cs typeface="+mn-cs"/>
                        </a:rPr>
                        <a:t> </a:t>
                      </a:r>
                      <a:r>
                        <a:rPr lang="ko-KR" altLang="en-US" sz="1000" b="1" kern="0" spc="-50" dirty="0" err="1">
                          <a:ln>
                            <a:solidFill>
                              <a:srgbClr val="000000">
                                <a:alpha val="0"/>
                              </a:srgbClr>
                            </a:solidFill>
                          </a:ln>
                          <a:solidFill>
                            <a:schemeClr val="bg1"/>
                          </a:solidFill>
                          <a:latin typeface="맑은 고딕" panose="020B0503020000020004" pitchFamily="50" charset="-127"/>
                          <a:ea typeface="맑은 고딕" pitchFamily="50" charset="-127"/>
                          <a:cs typeface="+mn-cs"/>
                        </a:rPr>
                        <a:t>품목수</a:t>
                      </a:r>
                      <a:r>
                        <a:rPr lang="en-US" altLang="ko-KR" sz="1000" b="1" kern="0" spc="-50" dirty="0">
                          <a:ln>
                            <a:solidFill>
                              <a:srgbClr val="000000">
                                <a:alpha val="0"/>
                              </a:srgbClr>
                            </a:solidFill>
                          </a:ln>
                          <a:solidFill>
                            <a:schemeClr val="bg1"/>
                          </a:solidFill>
                          <a:latin typeface="맑은 고딕" panose="020B0503020000020004" pitchFamily="50" charset="-127"/>
                          <a:ea typeface="맑은 고딕" pitchFamily="50" charset="-127"/>
                          <a:cs typeface="+mn-cs"/>
                        </a:rPr>
                        <a:t>(</a:t>
                      </a:r>
                      <a:r>
                        <a:rPr lang="ko-KR" altLang="en-US" sz="1000" b="1" kern="0" spc="-50" dirty="0">
                          <a:ln>
                            <a:solidFill>
                              <a:srgbClr val="000000">
                                <a:alpha val="0"/>
                              </a:srgbClr>
                            </a:solidFill>
                          </a:ln>
                          <a:solidFill>
                            <a:schemeClr val="bg1"/>
                          </a:solidFill>
                          <a:latin typeface="맑은 고딕" panose="020B0503020000020004" pitchFamily="50" charset="-127"/>
                          <a:ea typeface="맑은 고딕" pitchFamily="50" charset="-127"/>
                          <a:cs typeface="+mn-cs"/>
                        </a:rPr>
                        <a:t>개</a:t>
                      </a:r>
                      <a:r>
                        <a:rPr lang="en-US" altLang="ko-KR" sz="1000" b="1" kern="0" spc="-50" dirty="0">
                          <a:ln>
                            <a:solidFill>
                              <a:srgbClr val="000000">
                                <a:alpha val="0"/>
                              </a:srgbClr>
                            </a:solidFill>
                          </a:ln>
                          <a:solidFill>
                            <a:schemeClr val="bg1"/>
                          </a:solidFill>
                          <a:latin typeface="맑은 고딕" panose="020B0503020000020004" pitchFamily="50" charset="-127"/>
                          <a:ea typeface="맑은 고딕" pitchFamily="50" charset="-127"/>
                          <a:cs typeface="+mn-cs"/>
                        </a:rPr>
                        <a:t>)</a:t>
                      </a:r>
                      <a:endParaRPr lang="ko-KR" altLang="en-US" sz="1000" b="1" kern="0" spc="-50" dirty="0">
                        <a:ln>
                          <a:solidFill>
                            <a:srgbClr val="000000">
                              <a:alpha val="0"/>
                            </a:srgbClr>
                          </a:solidFill>
                        </a:ln>
                        <a:solidFill>
                          <a:schemeClr val="bg1"/>
                        </a:solidFill>
                        <a:latin typeface="맑은 고딕" panose="020B0503020000020004" pitchFamily="50" charset="-127"/>
                        <a:ea typeface="맑은 고딕" pitchFamily="50" charset="-127"/>
                        <a:cs typeface="+mn-cs"/>
                      </a:endParaRPr>
                    </a:p>
                  </a:txBody>
                  <a:tcPr anchor="ctr">
                    <a:lnL w="12700" cmpd="sng">
                      <a:solidFill>
                        <a:sysClr val="window" lastClr="FFFFFF"/>
                      </a:solidFill>
                    </a:lnL>
                    <a:lnR w="12700" cap="flat" cmpd="sng" algn="ctr">
                      <a:solidFill>
                        <a:sysClr val="window" lastClr="FFFFFF"/>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solidFill>
                      <a:srgbClr val="00338D"/>
                    </a:solid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ko-KR" altLang="en-US" sz="1000" b="1" kern="0" spc="-50" dirty="0" err="1">
                          <a:ln>
                            <a:solidFill>
                              <a:srgbClr val="000000">
                                <a:alpha val="0"/>
                              </a:srgbClr>
                            </a:solidFill>
                          </a:ln>
                          <a:solidFill>
                            <a:schemeClr val="bg1"/>
                          </a:solidFill>
                          <a:latin typeface="맑은 고딕" panose="020B0503020000020004" pitchFamily="50" charset="-127"/>
                          <a:ea typeface="맑은 고딕" pitchFamily="50" charset="-127"/>
                          <a:cs typeface="+mn-cs"/>
                        </a:rPr>
                        <a:t>역내산</a:t>
                      </a:r>
                      <a:r>
                        <a:rPr lang="ko-KR" altLang="en-US" sz="1000" b="1" kern="0" spc="-50">
                          <a:ln>
                            <a:solidFill>
                              <a:srgbClr val="000000">
                                <a:alpha val="0"/>
                              </a:srgbClr>
                            </a:solidFill>
                          </a:ln>
                          <a:solidFill>
                            <a:schemeClr val="bg1"/>
                          </a:solidFill>
                          <a:latin typeface="맑은 고딕" panose="020B0503020000020004" pitchFamily="50" charset="-127"/>
                          <a:ea typeface="맑은 고딕" pitchFamily="50" charset="-127"/>
                          <a:cs typeface="+mn-cs"/>
                        </a:rPr>
                        <a:t> 비율</a:t>
                      </a:r>
                      <a:r>
                        <a:rPr lang="en-US" altLang="ko-KR" sz="1000" b="1" kern="0" spc="-50" dirty="0">
                          <a:ln>
                            <a:solidFill>
                              <a:srgbClr val="000000">
                                <a:alpha val="0"/>
                              </a:srgbClr>
                            </a:solidFill>
                          </a:ln>
                          <a:solidFill>
                            <a:schemeClr val="bg1"/>
                          </a:solidFill>
                          <a:latin typeface="맑은 고딕" panose="020B0503020000020004" pitchFamily="50" charset="-127"/>
                          <a:ea typeface="맑은 고딕" pitchFamily="50" charset="-127"/>
                          <a:cs typeface="+mn-cs"/>
                        </a:rPr>
                        <a:t>(%)</a:t>
                      </a:r>
                      <a:endParaRPr lang="ko-KR" altLang="en-US" sz="1000" b="1" kern="0" spc="-50" dirty="0">
                        <a:ln>
                          <a:solidFill>
                            <a:srgbClr val="000000">
                              <a:alpha val="0"/>
                            </a:srgbClr>
                          </a:solidFill>
                        </a:ln>
                        <a:solidFill>
                          <a:schemeClr val="bg1"/>
                        </a:solidFill>
                        <a:latin typeface="맑은 고딕" panose="020B0503020000020004" pitchFamily="50" charset="-127"/>
                        <a:ea typeface="맑은 고딕" pitchFamily="50" charset="-127"/>
                        <a:cs typeface="+mn-cs"/>
                      </a:endParaRPr>
                    </a:p>
                  </a:txBody>
                  <a:tcPr anchor="ctr">
                    <a:lnL w="12700" cmpd="sng">
                      <a:solidFill>
                        <a:sysClr val="window" lastClr="FFFFFF"/>
                      </a:solidFill>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solidFill>
                      <a:srgbClr val="00338D"/>
                    </a:solidFill>
                  </a:tcPr>
                </a:tc>
                <a:extLst>
                  <a:ext uri="{0D108BD9-81ED-4DB2-BD59-A6C34878D82A}">
                    <a16:rowId xmlns:a16="http://schemas.microsoft.com/office/drawing/2014/main" val="10000"/>
                  </a:ext>
                </a:extLst>
              </a:tr>
              <a:tr h="237089">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ko-KR" altLang="en-US" sz="1000" b="0" kern="0" spc="-50" dirty="0">
                          <a:ln>
                            <a:solidFill>
                              <a:srgbClr val="000000">
                                <a:alpha val="0"/>
                              </a:srgbClr>
                            </a:solidFill>
                          </a:ln>
                          <a:solidFill>
                            <a:srgbClr val="00338D"/>
                          </a:solidFill>
                          <a:latin typeface="맑은 고딕" panose="020B0503020000020004" pitchFamily="50" charset="-127"/>
                          <a:ea typeface="맑은 고딕" pitchFamily="50" charset="-127"/>
                          <a:cs typeface="+mn-cs"/>
                        </a:rPr>
                        <a:t>한-APTA</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dirty="0">
                          <a:ln>
                            <a:solidFill>
                              <a:srgbClr val="000000">
                                <a:alpha val="0"/>
                              </a:srgbClr>
                            </a:solidFill>
                          </a:ln>
                          <a:solidFill>
                            <a:srgbClr val="00338D"/>
                          </a:solidFill>
                          <a:latin typeface="맑은 고딕" panose="020B0503020000020004" pitchFamily="50" charset="-127"/>
                          <a:ea typeface="맑은 고딕" pitchFamily="50" charset="-127"/>
                          <a:cs typeface="+mn-cs"/>
                        </a:rPr>
                        <a:t>11,062</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2,334</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8,343</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385</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21.1</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1"/>
                  </a:ext>
                </a:extLst>
              </a:tr>
              <a:tr h="237089">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ko-KR" altLang="en-US"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한-EFTA</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dirty="0">
                          <a:ln>
                            <a:solidFill>
                              <a:srgbClr val="000000">
                                <a:alpha val="0"/>
                              </a:srgbClr>
                            </a:solidFill>
                          </a:ln>
                          <a:solidFill>
                            <a:srgbClr val="00338D"/>
                          </a:solidFill>
                          <a:latin typeface="맑은 고딕" panose="020B0503020000020004" pitchFamily="50" charset="-127"/>
                          <a:ea typeface="맑은 고딕" pitchFamily="50" charset="-127"/>
                          <a:cs typeface="+mn-cs"/>
                        </a:rPr>
                        <a:t>11,062</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5,023</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5,654</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385</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45.4</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2"/>
                  </a:ext>
                </a:extLst>
              </a:tr>
              <a:tr h="237089">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ko-KR" altLang="en-US"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한-EU</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dirty="0">
                          <a:ln>
                            <a:solidFill>
                              <a:srgbClr val="000000">
                                <a:alpha val="0"/>
                              </a:srgbClr>
                            </a:solidFill>
                          </a:ln>
                          <a:solidFill>
                            <a:srgbClr val="00338D"/>
                          </a:solidFill>
                          <a:latin typeface="맑은 고딕" panose="020B0503020000020004" pitchFamily="50" charset="-127"/>
                          <a:ea typeface="맑은 고딕" pitchFamily="50" charset="-127"/>
                          <a:cs typeface="+mn-cs"/>
                        </a:rPr>
                        <a:t>11,062</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dirty="0">
                          <a:ln>
                            <a:solidFill>
                              <a:srgbClr val="000000">
                                <a:alpha val="0"/>
                              </a:srgbClr>
                            </a:solidFill>
                          </a:ln>
                          <a:solidFill>
                            <a:srgbClr val="00338D"/>
                          </a:solidFill>
                          <a:latin typeface="맑은 고딕" panose="020B0503020000020004" pitchFamily="50" charset="-127"/>
                          <a:ea typeface="맑은 고딕" pitchFamily="50" charset="-127"/>
                          <a:cs typeface="+mn-cs"/>
                        </a:rPr>
                        <a:t>5,080</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5,597</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385</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45.9</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3"/>
                  </a:ext>
                </a:extLst>
              </a:tr>
              <a:tr h="237089">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ko-KR" altLang="en-US" sz="1000" b="0" kern="0" spc="-50" dirty="0">
                          <a:ln>
                            <a:solidFill>
                              <a:srgbClr val="000000">
                                <a:alpha val="0"/>
                              </a:srgbClr>
                            </a:solidFill>
                          </a:ln>
                          <a:solidFill>
                            <a:srgbClr val="00338D"/>
                          </a:solidFill>
                          <a:latin typeface="맑은 고딕" panose="020B0503020000020004" pitchFamily="50" charset="-127"/>
                          <a:ea typeface="맑은 고딕" pitchFamily="50" charset="-127"/>
                          <a:cs typeface="+mn-cs"/>
                        </a:rPr>
                        <a:t>한-RCEP</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11,062</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5,360</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dirty="0">
                          <a:ln>
                            <a:solidFill>
                              <a:srgbClr val="000000">
                                <a:alpha val="0"/>
                              </a:srgbClr>
                            </a:solidFill>
                          </a:ln>
                          <a:solidFill>
                            <a:srgbClr val="00338D"/>
                          </a:solidFill>
                          <a:latin typeface="맑은 고딕" panose="020B0503020000020004" pitchFamily="50" charset="-127"/>
                          <a:ea typeface="맑은 고딕" pitchFamily="50" charset="-127"/>
                          <a:cs typeface="+mn-cs"/>
                        </a:rPr>
                        <a:t>5,317</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385</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48.5</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4"/>
                  </a:ext>
                </a:extLst>
              </a:tr>
              <a:tr h="237089">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ko-KR" altLang="en-US"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한-UAE</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11,062</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4,245</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6,432</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385</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38.4</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5"/>
                  </a:ext>
                </a:extLst>
              </a:tr>
              <a:tr h="237089">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ko-KR" altLang="en-US"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한-뉴질랜드</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11,062</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5,404</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5,273</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385</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48.9</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6"/>
                  </a:ext>
                </a:extLst>
              </a:tr>
              <a:tr h="237089">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ko-KR" altLang="en-US" sz="1000" b="0" kern="0" spc="-50" dirty="0">
                          <a:ln>
                            <a:solidFill>
                              <a:srgbClr val="000000">
                                <a:alpha val="0"/>
                              </a:srgbClr>
                            </a:solidFill>
                          </a:ln>
                          <a:solidFill>
                            <a:srgbClr val="00338D"/>
                          </a:solidFill>
                          <a:latin typeface="맑은 고딕" panose="020B0503020000020004" pitchFamily="50" charset="-127"/>
                          <a:ea typeface="맑은 고딕" pitchFamily="50" charset="-127"/>
                          <a:cs typeface="+mn-cs"/>
                        </a:rPr>
                        <a:t>한-미</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11,062</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5,472</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dirty="0">
                          <a:ln>
                            <a:solidFill>
                              <a:srgbClr val="000000">
                                <a:alpha val="0"/>
                              </a:srgbClr>
                            </a:solidFill>
                          </a:ln>
                          <a:solidFill>
                            <a:srgbClr val="00338D"/>
                          </a:solidFill>
                          <a:latin typeface="맑은 고딕" panose="020B0503020000020004" pitchFamily="50" charset="-127"/>
                          <a:ea typeface="맑은 고딕" pitchFamily="50" charset="-127"/>
                          <a:cs typeface="+mn-cs"/>
                        </a:rPr>
                        <a:t>5,205</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385</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49.5</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7"/>
                  </a:ext>
                </a:extLst>
              </a:tr>
              <a:tr h="237089">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ko-KR" altLang="en-US"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한-베트남</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11,062</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5,360</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dirty="0">
                          <a:ln>
                            <a:solidFill>
                              <a:srgbClr val="000000">
                                <a:alpha val="0"/>
                              </a:srgbClr>
                            </a:solidFill>
                          </a:ln>
                          <a:solidFill>
                            <a:srgbClr val="00338D"/>
                          </a:solidFill>
                          <a:latin typeface="맑은 고딕" panose="020B0503020000020004" pitchFamily="50" charset="-127"/>
                          <a:ea typeface="맑은 고딕" pitchFamily="50" charset="-127"/>
                          <a:cs typeface="+mn-cs"/>
                        </a:rPr>
                        <a:t>5,317</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dirty="0">
                          <a:ln>
                            <a:solidFill>
                              <a:srgbClr val="000000">
                                <a:alpha val="0"/>
                              </a:srgbClr>
                            </a:solidFill>
                          </a:ln>
                          <a:solidFill>
                            <a:srgbClr val="00338D"/>
                          </a:solidFill>
                          <a:latin typeface="맑은 고딕" panose="020B0503020000020004" pitchFamily="50" charset="-127"/>
                          <a:ea typeface="맑은 고딕" pitchFamily="50" charset="-127"/>
                          <a:cs typeface="+mn-cs"/>
                        </a:rPr>
                        <a:t>385</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48.5</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8"/>
                  </a:ext>
                </a:extLst>
              </a:tr>
              <a:tr h="237089">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ko-KR" altLang="en-US" sz="1000" b="0" kern="0" spc="-50" dirty="0">
                          <a:ln>
                            <a:solidFill>
                              <a:srgbClr val="000000">
                                <a:alpha val="0"/>
                              </a:srgbClr>
                            </a:solidFill>
                          </a:ln>
                          <a:solidFill>
                            <a:srgbClr val="00338D"/>
                          </a:solidFill>
                          <a:latin typeface="맑은 고딕" panose="020B0503020000020004" pitchFamily="50" charset="-127"/>
                          <a:ea typeface="맑은 고딕" pitchFamily="50" charset="-127"/>
                          <a:cs typeface="+mn-cs"/>
                        </a:rPr>
                        <a:t>한-싱가포르</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11,062</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1,457</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9,220</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385</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13.2</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9"/>
                  </a:ext>
                </a:extLst>
              </a:tr>
              <a:tr h="237089">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ko-KR" altLang="en-US" sz="1000" b="0" kern="0" spc="-50" dirty="0">
                          <a:ln>
                            <a:solidFill>
                              <a:srgbClr val="000000">
                                <a:alpha val="0"/>
                              </a:srgbClr>
                            </a:solidFill>
                          </a:ln>
                          <a:solidFill>
                            <a:srgbClr val="00338D"/>
                          </a:solidFill>
                          <a:latin typeface="맑은 고딕" panose="020B0503020000020004" pitchFamily="50" charset="-127"/>
                          <a:ea typeface="맑은 고딕" pitchFamily="50" charset="-127"/>
                          <a:cs typeface="+mn-cs"/>
                        </a:rPr>
                        <a:t>한-아세안</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11,062</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5,236</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5,441</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dirty="0">
                          <a:ln>
                            <a:solidFill>
                              <a:srgbClr val="000000">
                                <a:alpha val="0"/>
                              </a:srgbClr>
                            </a:solidFill>
                          </a:ln>
                          <a:solidFill>
                            <a:srgbClr val="00338D"/>
                          </a:solidFill>
                          <a:latin typeface="맑은 고딕" panose="020B0503020000020004" pitchFamily="50" charset="-127"/>
                          <a:ea typeface="맑은 고딕" pitchFamily="50" charset="-127"/>
                          <a:cs typeface="+mn-cs"/>
                        </a:rPr>
                        <a:t>385</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47.3</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10"/>
                  </a:ext>
                </a:extLst>
              </a:tr>
              <a:tr h="237089">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ko-KR" altLang="en-US"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한-영국</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11,062</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5,080</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5,597</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385</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45.9</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11"/>
                  </a:ext>
                </a:extLst>
              </a:tr>
              <a:tr h="237089">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ko-KR" altLang="en-US"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한-이스라엘</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11,062</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5,042</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5,635</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dirty="0">
                          <a:ln>
                            <a:solidFill>
                              <a:srgbClr val="000000">
                                <a:alpha val="0"/>
                              </a:srgbClr>
                            </a:solidFill>
                          </a:ln>
                          <a:solidFill>
                            <a:srgbClr val="00338D"/>
                          </a:solidFill>
                          <a:latin typeface="맑은 고딕" panose="020B0503020000020004" pitchFamily="50" charset="-127"/>
                          <a:ea typeface="맑은 고딕" pitchFamily="50" charset="-127"/>
                          <a:cs typeface="+mn-cs"/>
                        </a:rPr>
                        <a:t>385</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45.6</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12"/>
                  </a:ext>
                </a:extLst>
              </a:tr>
              <a:tr h="237089">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ko-KR" altLang="en-US"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한-인도</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11,062</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1,448</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9,229</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dirty="0">
                          <a:ln>
                            <a:solidFill>
                              <a:srgbClr val="000000">
                                <a:alpha val="0"/>
                              </a:srgbClr>
                            </a:solidFill>
                          </a:ln>
                          <a:solidFill>
                            <a:srgbClr val="00338D"/>
                          </a:solidFill>
                          <a:latin typeface="맑은 고딕" panose="020B0503020000020004" pitchFamily="50" charset="-127"/>
                          <a:ea typeface="맑은 고딕" pitchFamily="50" charset="-127"/>
                          <a:cs typeface="+mn-cs"/>
                        </a:rPr>
                        <a:t>385</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13.1</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13"/>
                  </a:ext>
                </a:extLst>
              </a:tr>
              <a:tr h="237089">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ko-KR" altLang="en-US"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한-인도네시아</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11,062</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5,235</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5,442</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dirty="0">
                          <a:ln>
                            <a:solidFill>
                              <a:srgbClr val="000000">
                                <a:alpha val="0"/>
                              </a:srgbClr>
                            </a:solidFill>
                          </a:ln>
                          <a:solidFill>
                            <a:srgbClr val="00338D"/>
                          </a:solidFill>
                          <a:latin typeface="맑은 고딕" panose="020B0503020000020004" pitchFamily="50" charset="-127"/>
                          <a:ea typeface="맑은 고딕" pitchFamily="50" charset="-127"/>
                          <a:cs typeface="+mn-cs"/>
                        </a:rPr>
                        <a:t>385</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dirty="0">
                          <a:ln>
                            <a:solidFill>
                              <a:srgbClr val="000000">
                                <a:alpha val="0"/>
                              </a:srgbClr>
                            </a:solidFill>
                          </a:ln>
                          <a:solidFill>
                            <a:srgbClr val="00338D"/>
                          </a:solidFill>
                          <a:latin typeface="맑은 고딕" panose="020B0503020000020004" pitchFamily="50" charset="-127"/>
                          <a:ea typeface="맑은 고딕" pitchFamily="50" charset="-127"/>
                          <a:cs typeface="+mn-cs"/>
                        </a:rPr>
                        <a:t>47.3</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14"/>
                  </a:ext>
                </a:extLst>
              </a:tr>
              <a:tr h="237089">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ko-KR" altLang="en-US"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한-중국</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11,062</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2,281</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8,396</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dirty="0">
                          <a:ln>
                            <a:solidFill>
                              <a:srgbClr val="000000">
                                <a:alpha val="0"/>
                              </a:srgbClr>
                            </a:solidFill>
                          </a:ln>
                          <a:solidFill>
                            <a:srgbClr val="00338D"/>
                          </a:solidFill>
                          <a:latin typeface="맑은 고딕" panose="020B0503020000020004" pitchFamily="50" charset="-127"/>
                          <a:ea typeface="맑은 고딕" pitchFamily="50" charset="-127"/>
                          <a:cs typeface="+mn-cs"/>
                        </a:rPr>
                        <a:t>385</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20.6</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15"/>
                  </a:ext>
                </a:extLst>
              </a:tr>
              <a:tr h="237089">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ko-KR" altLang="en-US"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한-중미</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11,062</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5,234</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5,443</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dirty="0">
                          <a:ln>
                            <a:solidFill>
                              <a:srgbClr val="000000">
                                <a:alpha val="0"/>
                              </a:srgbClr>
                            </a:solidFill>
                          </a:ln>
                          <a:solidFill>
                            <a:srgbClr val="00338D"/>
                          </a:solidFill>
                          <a:latin typeface="맑은 고딕" panose="020B0503020000020004" pitchFamily="50" charset="-127"/>
                          <a:ea typeface="맑은 고딕" pitchFamily="50" charset="-127"/>
                          <a:cs typeface="+mn-cs"/>
                        </a:rPr>
                        <a:t>385</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dirty="0">
                          <a:ln>
                            <a:solidFill>
                              <a:srgbClr val="000000">
                                <a:alpha val="0"/>
                              </a:srgbClr>
                            </a:solidFill>
                          </a:ln>
                          <a:solidFill>
                            <a:srgbClr val="00338D"/>
                          </a:solidFill>
                          <a:latin typeface="맑은 고딕" panose="020B0503020000020004" pitchFamily="50" charset="-127"/>
                          <a:ea typeface="맑은 고딕" pitchFamily="50" charset="-127"/>
                          <a:cs typeface="+mn-cs"/>
                        </a:rPr>
                        <a:t>47.3</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16"/>
                  </a:ext>
                </a:extLst>
              </a:tr>
              <a:tr h="237089">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ko-KR" altLang="en-US"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한-칠레</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11,062</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5,223</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5,454</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dirty="0">
                          <a:ln>
                            <a:solidFill>
                              <a:srgbClr val="000000">
                                <a:alpha val="0"/>
                              </a:srgbClr>
                            </a:solidFill>
                          </a:ln>
                          <a:solidFill>
                            <a:srgbClr val="00338D"/>
                          </a:solidFill>
                          <a:latin typeface="맑은 고딕" panose="020B0503020000020004" pitchFamily="50" charset="-127"/>
                          <a:ea typeface="맑은 고딕" pitchFamily="50" charset="-127"/>
                          <a:cs typeface="+mn-cs"/>
                        </a:rPr>
                        <a:t>385</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dirty="0">
                          <a:ln>
                            <a:solidFill>
                              <a:srgbClr val="000000">
                                <a:alpha val="0"/>
                              </a:srgbClr>
                            </a:solidFill>
                          </a:ln>
                          <a:solidFill>
                            <a:srgbClr val="00338D"/>
                          </a:solidFill>
                          <a:latin typeface="맑은 고딕" panose="020B0503020000020004" pitchFamily="50" charset="-127"/>
                          <a:ea typeface="맑은 고딕" pitchFamily="50" charset="-127"/>
                          <a:cs typeface="+mn-cs"/>
                        </a:rPr>
                        <a:t>47.2</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17"/>
                  </a:ext>
                </a:extLst>
              </a:tr>
              <a:tr h="237089">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ko-KR" altLang="en-US"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한-캄보디아</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11,062</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5,235</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5,442</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385</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dirty="0">
                          <a:ln>
                            <a:solidFill>
                              <a:srgbClr val="000000">
                                <a:alpha val="0"/>
                              </a:srgbClr>
                            </a:solidFill>
                          </a:ln>
                          <a:solidFill>
                            <a:srgbClr val="00338D"/>
                          </a:solidFill>
                          <a:latin typeface="맑은 고딕" panose="020B0503020000020004" pitchFamily="50" charset="-127"/>
                          <a:ea typeface="맑은 고딕" pitchFamily="50" charset="-127"/>
                          <a:cs typeface="+mn-cs"/>
                        </a:rPr>
                        <a:t>47.3</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620592848"/>
                  </a:ext>
                </a:extLst>
              </a:tr>
              <a:tr h="237089">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ko-KR" altLang="en-US"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한-캐나다</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11,062</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5,347</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5,330</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385</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dirty="0">
                          <a:ln>
                            <a:solidFill>
                              <a:srgbClr val="000000">
                                <a:alpha val="0"/>
                              </a:srgbClr>
                            </a:solidFill>
                          </a:ln>
                          <a:solidFill>
                            <a:srgbClr val="00338D"/>
                          </a:solidFill>
                          <a:latin typeface="맑은 고딕" panose="020B0503020000020004" pitchFamily="50" charset="-127"/>
                          <a:ea typeface="맑은 고딕" pitchFamily="50" charset="-127"/>
                          <a:cs typeface="+mn-cs"/>
                        </a:rPr>
                        <a:t>48.3</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759160003"/>
                  </a:ext>
                </a:extLst>
              </a:tr>
            </a:tbl>
          </a:graphicData>
        </a:graphic>
      </p:graphicFrame>
      <p:sp>
        <p:nvSpPr>
          <p:cNvPr id="6" name="Title 1"/>
          <p:cNvSpPr txBox="1">
            <a:spLocks/>
          </p:cNvSpPr>
          <p:nvPr/>
        </p:nvSpPr>
        <p:spPr>
          <a:xfrm>
            <a:off x="815273" y="739775"/>
            <a:ext cx="7823200" cy="390740"/>
          </a:xfrm>
          <a:prstGeom prst="rect">
            <a:avLst/>
          </a:prstGeom>
        </p:spPr>
        <p:txBody>
          <a:bodyPr vert="horz" lIns="0" tIns="0" rIns="0" bIns="0" rtlCol="0" anchor="ctr" anchorCtr="0">
            <a:noAutofit/>
          </a:bodyPr>
          <a:lstStyle>
            <a:lvl1pPr algn="l" defTabSz="914400" rtl="0" eaLnBrk="1" latinLnBrk="1" hangingPunct="1">
              <a:lnSpc>
                <a:spcPct val="70000"/>
              </a:lnSpc>
              <a:spcBef>
                <a:spcPct val="0"/>
              </a:spcBef>
              <a:buNone/>
              <a:defRPr sz="5400" kern="1200">
                <a:solidFill>
                  <a:schemeClr val="tx2"/>
                </a:solidFill>
                <a:latin typeface="+mj-lt"/>
                <a:ea typeface="+mj-ea"/>
                <a:cs typeface="+mj-cs"/>
              </a:defRPr>
            </a:lvl1pPr>
          </a:lstStyle>
          <a:p>
            <a:pPr>
              <a:defRPr/>
            </a:pPr>
            <a:r>
              <a:rPr lang="en-US" altLang="ko-KR" sz="1400" b="1" kern="0" spc="-50" dirty="0">
                <a:ln>
                  <a:solidFill>
                    <a:srgbClr val="000000">
                      <a:alpha val="0"/>
                    </a:srgbClr>
                  </a:solidFill>
                </a:ln>
                <a:solidFill>
                  <a:srgbClr val="00338D"/>
                </a:solidFill>
                <a:latin typeface="맑은 고딕" panose="020B0503020000020004" pitchFamily="50" charset="-127"/>
                <a:ea typeface="맑은 고딕" pitchFamily="50" charset="-127"/>
                <a:cs typeface="+mn-cs"/>
              </a:rPr>
              <a:t>3. </a:t>
            </a:r>
            <a:r>
              <a:rPr lang="ko-KR" altLang="en-US" sz="1400" b="1"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협정별 원산지 판정 현황</a:t>
            </a:r>
            <a:endParaRPr lang="en-US" altLang="ko-KR" sz="1400" b="1" kern="0" spc="-50" dirty="0">
              <a:ln>
                <a:solidFill>
                  <a:srgbClr val="000000">
                    <a:alpha val="0"/>
                  </a:srgbClr>
                </a:solidFill>
              </a:ln>
              <a:solidFill>
                <a:srgbClr val="00338D"/>
              </a:solidFill>
              <a:latin typeface="맑은 고딕" panose="020B0503020000020004" pitchFamily="50" charset="-127"/>
              <a:ea typeface="맑은 고딕" pitchFamily="50" charset="-127"/>
              <a:cs typeface="+mn-cs"/>
            </a:endParaRPr>
          </a:p>
        </p:txBody>
      </p:sp>
      <p:sp>
        <p:nvSpPr>
          <p:cNvPr id="8" name="Text Placeholder 1"/>
          <p:cNvSpPr>
            <a:spLocks noGrp="1"/>
          </p:cNvSpPr>
          <p:nvPr>
            <p:ph type="body" sz="quarter" idx="4294967295"/>
          </p:nvPr>
        </p:nvSpPr>
        <p:spPr>
          <a:xfrm>
            <a:off x="324221" y="1119083"/>
            <a:ext cx="8569325" cy="674688"/>
          </a:xfrm>
          <a:prstGeom prst="rect">
            <a:avLst/>
          </a:prstGeom>
        </p:spPr>
        <p:txBody>
          <a:bodyPr vert="horz" lIns="0" tIns="0" rIns="0" bIns="0" rtlCol="0" anchor="t" anchorCtr="0">
            <a:noAutofit/>
          </a:bodyPr>
          <a:lstStyle/>
          <a:p>
            <a:pPr eaLnBrk="0" hangingPunct="0">
              <a:spcBef>
                <a:spcPct val="20000"/>
              </a:spcBef>
            </a:pPr>
            <a:r>
              <a:rPr lang="ko-KR" altLang="en-US" sz="1200" kern="0" spc="-50" dirty="0" err="1">
                <a:ln>
                  <a:solidFill>
                    <a:srgbClr val="000000">
                      <a:alpha val="0"/>
                    </a:srgbClr>
                  </a:solidFill>
                </a:ln>
                <a:solidFill>
                  <a:srgbClr val="00338D"/>
                </a:solidFill>
                <a:latin typeface="맑은 고딕" panose="020B0503020000020004" pitchFamily="50" charset="-127"/>
                <a:ea typeface="맑은 고딕" pitchFamily="50" charset="-127"/>
              </a:rPr>
              <a:t>협정별</a:t>
            </a:r>
            <a:r>
              <a:rPr lang="ko-KR" altLang="en-US" sz="1200" kern="0" spc="-50" dirty="0">
                <a:ln>
                  <a:solidFill>
                    <a:srgbClr val="000000">
                      <a:alpha val="0"/>
                    </a:srgbClr>
                  </a:solidFill>
                </a:ln>
                <a:solidFill>
                  <a:srgbClr val="00338D"/>
                </a:solidFill>
                <a:latin typeface="맑은 고딕" panose="020B0503020000020004" pitchFamily="50" charset="-127"/>
                <a:ea typeface="맑은 고딕" pitchFamily="50" charset="-127"/>
              </a:rPr>
              <a:t> 원산지 판정 현황은 아래와 같습니다</a:t>
            </a:r>
            <a:r>
              <a:rPr lang="en-US" altLang="ko-KR" sz="1200" kern="0" spc="-50" dirty="0">
                <a:ln>
                  <a:solidFill>
                    <a:srgbClr val="000000">
                      <a:alpha val="0"/>
                    </a:srgbClr>
                  </a:solidFill>
                </a:ln>
                <a:solidFill>
                  <a:srgbClr val="00338D"/>
                </a:solidFill>
                <a:latin typeface="맑은 고딕" panose="020B0503020000020004" pitchFamily="50" charset="-127"/>
                <a:ea typeface="맑은 고딕" pitchFamily="50" charset="-127"/>
              </a:rPr>
              <a:t>.</a:t>
            </a:r>
          </a:p>
        </p:txBody>
      </p:sp>
      <p:sp>
        <p:nvSpPr>
          <p:cNvPr id="10" name="Title 1"/>
          <p:cNvSpPr txBox="1">
            <a:spLocks/>
          </p:cNvSpPr>
          <p:nvPr/>
        </p:nvSpPr>
        <p:spPr>
          <a:xfrm>
            <a:off x="624292" y="406361"/>
            <a:ext cx="7823200" cy="390740"/>
          </a:xfrm>
          <a:prstGeom prst="rect">
            <a:avLst/>
          </a:prstGeom>
        </p:spPr>
        <p:txBody>
          <a:bodyPr vert="horz" lIns="0" tIns="0" rIns="0" bIns="0" rtlCol="0" anchor="ctr" anchorCtr="0">
            <a:noAutofit/>
          </a:bodyPr>
          <a:lstStyle>
            <a:lvl1pPr algn="l" defTabSz="914400" rtl="0" eaLnBrk="1" latinLnBrk="1" hangingPunct="1">
              <a:lnSpc>
                <a:spcPct val="70000"/>
              </a:lnSpc>
              <a:spcBef>
                <a:spcPct val="0"/>
              </a:spcBef>
              <a:buNone/>
              <a:defRPr sz="5400" kern="1200">
                <a:solidFill>
                  <a:schemeClr val="tx2"/>
                </a:solidFill>
                <a:latin typeface="+mj-lt"/>
                <a:ea typeface="+mj-ea"/>
                <a:cs typeface="+mj-cs"/>
              </a:defRPr>
            </a:lvl1pPr>
          </a:lstStyle>
          <a:p>
            <a:pPr>
              <a:defRPr/>
            </a:pPr>
            <a:r>
              <a:rPr lang="en-US" altLang="ko-KR" sz="2000" b="1" dirty="0">
                <a:solidFill>
                  <a:srgbClr val="00338D"/>
                </a:solidFill>
                <a:latin typeface="맑은 고딕" panose="020B0503020000020004" pitchFamily="50" charset="-127"/>
                <a:ea typeface="맑은 고딕" panose="020B0503020000020004" pitchFamily="50" charset="-127"/>
              </a:rPr>
              <a:t>I. </a:t>
            </a:r>
            <a:r>
              <a:rPr lang="en-US" altLang="ko-KR" sz="2000" b="1" kern="0" spc="-50" dirty="0">
                <a:ln>
                  <a:solidFill>
                    <a:srgbClr val="000000">
                      <a:alpha val="0"/>
                    </a:srgbClr>
                  </a:solidFill>
                </a:ln>
                <a:solidFill>
                  <a:srgbClr val="00338D"/>
                </a:solidFill>
                <a:latin typeface="맑은 고딕" panose="020B0503020000020004" pitchFamily="50" charset="-127"/>
                <a:ea typeface="맑은 고딕" pitchFamily="50" charset="-127"/>
                <a:cs typeface="+mn-cs"/>
              </a:rPr>
              <a:t>FTA </a:t>
            </a:r>
            <a:r>
              <a:rPr lang="ko-KR" altLang="en-US" sz="2000" b="1"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원산지 판정 현황</a:t>
            </a:r>
            <a:endParaRPr lang="ko-KR" altLang="en-US" sz="2000" b="1" kern="0" spc="-50" dirty="0">
              <a:ln>
                <a:solidFill>
                  <a:srgbClr val="000000">
                    <a:alpha val="0"/>
                  </a:srgbClr>
                </a:solidFill>
              </a:ln>
              <a:solidFill>
                <a:srgbClr val="00338D"/>
              </a:solidFill>
              <a:latin typeface="맑은 고딕" panose="020B0503020000020004" pitchFamily="50" charset="-127"/>
              <a:ea typeface="맑은 고딕" pitchFamily="50" charset="-127"/>
              <a:cs typeface="+mn-cs"/>
            </a:endParaRPr>
          </a:p>
        </p:txBody>
      </p:sp>
    </p:spTree>
    <p:extLst>
      <p:ext uri="{BB962C8B-B14F-4D97-AF65-F5344CB8AC3E}">
        <p14:creationId xmlns:p14="http://schemas.microsoft.com/office/powerpoint/2010/main" val="405591980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9" name="표 8"/>
          <p:cNvGraphicFramePr>
            <a:graphicFrameLocks noGrp="1"/>
          </p:cNvGraphicFramePr>
          <p:nvPr>
            <p:extLst>
              <p:ext uri="{D42A27DB-BD31-4B8C-83A1-F6EECF244321}">
                <p14:modId xmlns:p14="http://schemas.microsoft.com/office/powerpoint/2010/main" val="3480596476"/>
              </p:ext>
            </p:extLst>
          </p:nvPr>
        </p:nvGraphicFramePr>
        <p:xfrm>
          <a:off x="327000" y="1368559"/>
          <a:ext cx="9252000" cy="1344596"/>
        </p:xfrm>
        <a:graphic>
          <a:graphicData uri="http://schemas.openxmlformats.org/drawingml/2006/table">
            <a:tbl>
              <a:tblPr firstRow="1" bandRow="1"/>
              <a:tblGrid>
                <a:gridCol w="1542000">
                  <a:extLst>
                    <a:ext uri="{9D8B030D-6E8A-4147-A177-3AD203B41FA5}">
                      <a16:colId xmlns:a16="http://schemas.microsoft.com/office/drawing/2014/main" val="20000"/>
                    </a:ext>
                  </a:extLst>
                </a:gridCol>
                <a:gridCol w="1542000">
                  <a:extLst>
                    <a:ext uri="{9D8B030D-6E8A-4147-A177-3AD203B41FA5}">
                      <a16:colId xmlns:a16="http://schemas.microsoft.com/office/drawing/2014/main" val="20001"/>
                    </a:ext>
                  </a:extLst>
                </a:gridCol>
                <a:gridCol w="1542000">
                  <a:extLst>
                    <a:ext uri="{9D8B030D-6E8A-4147-A177-3AD203B41FA5}">
                      <a16:colId xmlns:a16="http://schemas.microsoft.com/office/drawing/2014/main" val="20002"/>
                    </a:ext>
                  </a:extLst>
                </a:gridCol>
                <a:gridCol w="1542000">
                  <a:extLst>
                    <a:ext uri="{9D8B030D-6E8A-4147-A177-3AD203B41FA5}">
                      <a16:colId xmlns:a16="http://schemas.microsoft.com/office/drawing/2014/main" val="20003"/>
                    </a:ext>
                  </a:extLst>
                </a:gridCol>
                <a:gridCol w="1542000">
                  <a:extLst>
                    <a:ext uri="{9D8B030D-6E8A-4147-A177-3AD203B41FA5}">
                      <a16:colId xmlns:a16="http://schemas.microsoft.com/office/drawing/2014/main" val="20004"/>
                    </a:ext>
                  </a:extLst>
                </a:gridCol>
                <a:gridCol w="1542000">
                  <a:extLst>
                    <a:ext uri="{9D8B030D-6E8A-4147-A177-3AD203B41FA5}">
                      <a16:colId xmlns:a16="http://schemas.microsoft.com/office/drawing/2014/main" val="20005"/>
                    </a:ext>
                  </a:extLst>
                </a:gridCol>
              </a:tblGrid>
              <a:tr h="395388">
                <a:tc>
                  <a:txBody>
                    <a:bodyPr/>
                    <a:lstStyle>
                      <a:lvl1pPr marL="0" algn="l" defTabSz="914400" rtl="0" eaLnBrk="1" latinLnBrk="1" hangingPunct="1">
                        <a:defRPr sz="1800" b="1" kern="1200">
                          <a:solidFill>
                            <a:schemeClr val="lt1"/>
                          </a:solidFill>
                          <a:latin typeface="Calibri"/>
                        </a:defRPr>
                      </a:lvl1pPr>
                      <a:lvl2pPr marL="457200" algn="l" defTabSz="914400" rtl="0" eaLnBrk="1" latinLnBrk="1" hangingPunct="1">
                        <a:defRPr sz="1800" b="1" kern="1200">
                          <a:solidFill>
                            <a:schemeClr val="lt1"/>
                          </a:solidFill>
                          <a:latin typeface="Calibri"/>
                        </a:defRPr>
                      </a:lvl2pPr>
                      <a:lvl3pPr marL="914400" algn="l" defTabSz="914400" rtl="0" eaLnBrk="1" latinLnBrk="1" hangingPunct="1">
                        <a:defRPr sz="1800" b="1" kern="1200">
                          <a:solidFill>
                            <a:schemeClr val="lt1"/>
                          </a:solidFill>
                          <a:latin typeface="Calibri"/>
                        </a:defRPr>
                      </a:lvl3pPr>
                      <a:lvl4pPr marL="1371600" algn="l" defTabSz="914400" rtl="0" eaLnBrk="1" latinLnBrk="1" hangingPunct="1">
                        <a:defRPr sz="1800" b="1" kern="1200">
                          <a:solidFill>
                            <a:schemeClr val="lt1"/>
                          </a:solidFill>
                          <a:latin typeface="Calibri"/>
                        </a:defRPr>
                      </a:lvl4pPr>
                      <a:lvl5pPr marL="1828800" algn="l" defTabSz="914400" rtl="0" eaLnBrk="1" latinLnBrk="1" hangingPunct="1">
                        <a:defRPr sz="1800" b="1" kern="1200">
                          <a:solidFill>
                            <a:schemeClr val="lt1"/>
                          </a:solidFill>
                          <a:latin typeface="Calibri"/>
                        </a:defRPr>
                      </a:lvl5pPr>
                      <a:lvl6pPr marL="2286000" algn="l" defTabSz="914400" rtl="0" eaLnBrk="1" latinLnBrk="1" hangingPunct="1">
                        <a:defRPr sz="1800" b="1" kern="1200">
                          <a:solidFill>
                            <a:schemeClr val="lt1"/>
                          </a:solidFill>
                          <a:latin typeface="Calibri"/>
                        </a:defRPr>
                      </a:lvl6pPr>
                      <a:lvl7pPr marL="2743200" algn="l" defTabSz="914400" rtl="0" eaLnBrk="1" latinLnBrk="1" hangingPunct="1">
                        <a:defRPr sz="1800" b="1" kern="1200">
                          <a:solidFill>
                            <a:schemeClr val="lt1"/>
                          </a:solidFill>
                          <a:latin typeface="Calibri"/>
                        </a:defRPr>
                      </a:lvl7pPr>
                      <a:lvl8pPr marL="3200400" algn="l" defTabSz="914400" rtl="0" eaLnBrk="1" latinLnBrk="1" hangingPunct="1">
                        <a:defRPr sz="1800" b="1" kern="1200">
                          <a:solidFill>
                            <a:schemeClr val="lt1"/>
                          </a:solidFill>
                          <a:latin typeface="Calibri"/>
                        </a:defRPr>
                      </a:lvl8pPr>
                      <a:lvl9pPr marL="3657600" algn="l" defTabSz="914400" rtl="0" eaLnBrk="1" latinLnBrk="1" hangingPunct="1">
                        <a:defRPr sz="1800" b="1" kern="1200">
                          <a:solidFill>
                            <a:schemeClr val="lt1"/>
                          </a:solidFill>
                          <a:latin typeface="Calibri"/>
                        </a:defRPr>
                      </a:lvl9p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1" kern="0" spc="-50" dirty="0">
                          <a:ln>
                            <a:solidFill>
                              <a:srgbClr val="000000">
                                <a:alpha val="0"/>
                              </a:srgbClr>
                            </a:solidFill>
                          </a:ln>
                          <a:solidFill>
                            <a:schemeClr val="bg1"/>
                          </a:solidFill>
                          <a:latin typeface="맑은 고딕" panose="020B0503020000020004" pitchFamily="50" charset="-127"/>
                          <a:ea typeface="맑은 고딕" pitchFamily="50" charset="-127"/>
                          <a:cs typeface="+mn-cs"/>
                        </a:rPr>
                        <a:t>FTA </a:t>
                      </a:r>
                      <a:r>
                        <a:rPr lang="ko-KR" altLang="en-US" sz="1000" b="1" kern="0" spc="-50" dirty="0">
                          <a:ln>
                            <a:solidFill>
                              <a:srgbClr val="000000">
                                <a:alpha val="0"/>
                              </a:srgbClr>
                            </a:solidFill>
                          </a:ln>
                          <a:solidFill>
                            <a:schemeClr val="bg1"/>
                          </a:solidFill>
                          <a:latin typeface="맑은 고딕" panose="020B0503020000020004" pitchFamily="50" charset="-127"/>
                          <a:ea typeface="맑은 고딕" pitchFamily="50" charset="-127"/>
                          <a:cs typeface="+mn-cs"/>
                        </a:rPr>
                        <a:t>협정</a:t>
                      </a:r>
                    </a:p>
                  </a:txBody>
                  <a:tcPr anchor="ctr">
                    <a:lnL w="6350" cap="flat" cmpd="sng" algn="ctr">
                      <a:solidFill>
                        <a:schemeClr val="tx2"/>
                      </a:solidFill>
                      <a:prstDash val="solid"/>
                      <a:round/>
                      <a:headEnd type="none" w="med" len="med"/>
                      <a:tailEnd type="none" w="med" len="med"/>
                    </a:lnL>
                    <a:lnR w="12700" cmpd="sng">
                      <a:solidFill>
                        <a:sysClr val="window" lastClr="FFFFFF"/>
                      </a:solidFill>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solidFill>
                      <a:srgbClr val="00338D"/>
                    </a:solidFill>
                  </a:tcPr>
                </a:tc>
                <a:tc>
                  <a:txBody>
                    <a:bodyPr/>
                    <a:lstStyle>
                      <a:lvl1pPr marL="0" algn="l" defTabSz="914400" rtl="0" eaLnBrk="1" latinLnBrk="1" hangingPunct="1">
                        <a:defRPr sz="1800" b="1" kern="1200">
                          <a:solidFill>
                            <a:schemeClr val="lt1"/>
                          </a:solidFill>
                          <a:latin typeface="Calibri"/>
                        </a:defRPr>
                      </a:lvl1pPr>
                      <a:lvl2pPr marL="457200" algn="l" defTabSz="914400" rtl="0" eaLnBrk="1" latinLnBrk="1" hangingPunct="1">
                        <a:defRPr sz="1800" b="1" kern="1200">
                          <a:solidFill>
                            <a:schemeClr val="lt1"/>
                          </a:solidFill>
                          <a:latin typeface="Calibri"/>
                        </a:defRPr>
                      </a:lvl2pPr>
                      <a:lvl3pPr marL="914400" algn="l" defTabSz="914400" rtl="0" eaLnBrk="1" latinLnBrk="1" hangingPunct="1">
                        <a:defRPr sz="1800" b="1" kern="1200">
                          <a:solidFill>
                            <a:schemeClr val="lt1"/>
                          </a:solidFill>
                          <a:latin typeface="Calibri"/>
                        </a:defRPr>
                      </a:lvl3pPr>
                      <a:lvl4pPr marL="1371600" algn="l" defTabSz="914400" rtl="0" eaLnBrk="1" latinLnBrk="1" hangingPunct="1">
                        <a:defRPr sz="1800" b="1" kern="1200">
                          <a:solidFill>
                            <a:schemeClr val="lt1"/>
                          </a:solidFill>
                          <a:latin typeface="Calibri"/>
                        </a:defRPr>
                      </a:lvl4pPr>
                      <a:lvl5pPr marL="1828800" algn="l" defTabSz="914400" rtl="0" eaLnBrk="1" latinLnBrk="1" hangingPunct="1">
                        <a:defRPr sz="1800" b="1" kern="1200">
                          <a:solidFill>
                            <a:schemeClr val="lt1"/>
                          </a:solidFill>
                          <a:latin typeface="Calibri"/>
                        </a:defRPr>
                      </a:lvl5pPr>
                      <a:lvl6pPr marL="2286000" algn="l" defTabSz="914400" rtl="0" eaLnBrk="1" latinLnBrk="1" hangingPunct="1">
                        <a:defRPr sz="1800" b="1" kern="1200">
                          <a:solidFill>
                            <a:schemeClr val="lt1"/>
                          </a:solidFill>
                          <a:latin typeface="Calibri"/>
                        </a:defRPr>
                      </a:lvl6pPr>
                      <a:lvl7pPr marL="2743200" algn="l" defTabSz="914400" rtl="0" eaLnBrk="1" latinLnBrk="1" hangingPunct="1">
                        <a:defRPr sz="1800" b="1" kern="1200">
                          <a:solidFill>
                            <a:schemeClr val="lt1"/>
                          </a:solidFill>
                          <a:latin typeface="Calibri"/>
                        </a:defRPr>
                      </a:lvl7pPr>
                      <a:lvl8pPr marL="3200400" algn="l" defTabSz="914400" rtl="0" eaLnBrk="1" latinLnBrk="1" hangingPunct="1">
                        <a:defRPr sz="1800" b="1" kern="1200">
                          <a:solidFill>
                            <a:schemeClr val="lt1"/>
                          </a:solidFill>
                          <a:latin typeface="Calibri"/>
                        </a:defRPr>
                      </a:lvl8pPr>
                      <a:lvl9pPr marL="3657600" algn="l" defTabSz="914400" rtl="0" eaLnBrk="1" latinLnBrk="1" hangingPunct="1">
                        <a:defRPr sz="1800" b="1" kern="1200">
                          <a:solidFill>
                            <a:schemeClr val="lt1"/>
                          </a:solidFill>
                          <a:latin typeface="Calibri"/>
                        </a:defRPr>
                      </a:lvl9pPr>
                    </a:lstStyle>
                    <a:p>
                      <a:pPr marL="0" marR="0" indent="0" algn="ctr" defTabSz="914400" rtl="0" eaLnBrk="1" fontAlgn="ctr" latinLnBrk="0" hangingPunct="1">
                        <a:lnSpc>
                          <a:spcPct val="100000"/>
                        </a:lnSpc>
                        <a:spcBef>
                          <a:spcPts val="0"/>
                        </a:spcBef>
                        <a:spcAft>
                          <a:spcPts val="0"/>
                        </a:spcAft>
                        <a:buClrTx/>
                        <a:buSzTx/>
                        <a:buFontTx/>
                        <a:buNone/>
                        <a:tabLst/>
                        <a:defRPr/>
                      </a:pPr>
                      <a:r>
                        <a:rPr lang="ko-KR" altLang="en-US" sz="1000" b="1" kern="0" spc="-50" dirty="0">
                          <a:ln>
                            <a:solidFill>
                              <a:srgbClr val="000000">
                                <a:alpha val="0"/>
                              </a:srgbClr>
                            </a:solidFill>
                          </a:ln>
                          <a:solidFill>
                            <a:schemeClr val="bg1"/>
                          </a:solidFill>
                          <a:latin typeface="맑은 고딕" panose="020B0503020000020004" pitchFamily="50" charset="-127"/>
                          <a:ea typeface="맑은 고딕" pitchFamily="50" charset="-127"/>
                          <a:cs typeface="+mn-cs"/>
                        </a:rPr>
                        <a:t>판정대상품목</a:t>
                      </a:r>
                      <a:r>
                        <a:rPr lang="en-US" altLang="ko-KR" sz="1000" b="1" kern="0" spc="-50" dirty="0">
                          <a:ln>
                            <a:solidFill>
                              <a:srgbClr val="000000">
                                <a:alpha val="0"/>
                              </a:srgbClr>
                            </a:solidFill>
                          </a:ln>
                          <a:solidFill>
                            <a:schemeClr val="bg1"/>
                          </a:solidFill>
                          <a:latin typeface="맑은 고딕" panose="020B0503020000020004" pitchFamily="50" charset="-127"/>
                          <a:ea typeface="맑은 고딕" pitchFamily="50" charset="-127"/>
                          <a:cs typeface="+mn-cs"/>
                        </a:rPr>
                        <a:t>(</a:t>
                      </a:r>
                      <a:r>
                        <a:rPr lang="ko-KR" altLang="en-US" sz="1000" b="1" kern="0" spc="-50" dirty="0">
                          <a:ln>
                            <a:solidFill>
                              <a:srgbClr val="000000">
                                <a:alpha val="0"/>
                              </a:srgbClr>
                            </a:solidFill>
                          </a:ln>
                          <a:solidFill>
                            <a:schemeClr val="bg1"/>
                          </a:solidFill>
                          <a:latin typeface="맑은 고딕" panose="020B0503020000020004" pitchFamily="50" charset="-127"/>
                          <a:ea typeface="맑은 고딕" pitchFamily="50" charset="-127"/>
                          <a:cs typeface="+mn-cs"/>
                        </a:rPr>
                        <a:t>개</a:t>
                      </a:r>
                      <a:r>
                        <a:rPr lang="en-US" altLang="ko-KR" sz="1000" b="1" kern="0" spc="-50" dirty="0">
                          <a:ln>
                            <a:solidFill>
                              <a:srgbClr val="000000">
                                <a:alpha val="0"/>
                              </a:srgbClr>
                            </a:solidFill>
                          </a:ln>
                          <a:solidFill>
                            <a:schemeClr val="bg1"/>
                          </a:solidFill>
                          <a:latin typeface="맑은 고딕" panose="020B0503020000020004" pitchFamily="50" charset="-127"/>
                          <a:ea typeface="맑은 고딕" pitchFamily="50" charset="-127"/>
                          <a:cs typeface="+mn-cs"/>
                        </a:rPr>
                        <a:t>)</a:t>
                      </a:r>
                    </a:p>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1" kern="0" spc="-50" dirty="0">
                          <a:ln>
                            <a:solidFill>
                              <a:srgbClr val="000000">
                                <a:alpha val="0"/>
                              </a:srgbClr>
                            </a:solidFill>
                          </a:ln>
                          <a:solidFill>
                            <a:schemeClr val="bg1"/>
                          </a:solidFill>
                          <a:latin typeface="맑은 고딕" panose="020B0503020000020004" pitchFamily="50" charset="-127"/>
                          <a:ea typeface="맑은 고딕" pitchFamily="50" charset="-127"/>
                          <a:cs typeface="+mn-cs"/>
                        </a:rPr>
                        <a:t>(1)+(2)+(3)</a:t>
                      </a:r>
                      <a:endParaRPr lang="ko-KR" altLang="en-US" sz="1000" b="1" kern="0" spc="-50" dirty="0">
                        <a:ln>
                          <a:solidFill>
                            <a:srgbClr val="000000">
                              <a:alpha val="0"/>
                            </a:srgbClr>
                          </a:solidFill>
                        </a:ln>
                        <a:solidFill>
                          <a:schemeClr val="bg1"/>
                        </a:solidFill>
                        <a:latin typeface="맑은 고딕" panose="020B0503020000020004" pitchFamily="50" charset="-127"/>
                        <a:ea typeface="맑은 고딕" pitchFamily="50" charset="-127"/>
                        <a:cs typeface="+mn-cs"/>
                      </a:endParaRPr>
                    </a:p>
                  </a:txBody>
                  <a:tcPr anchor="ctr">
                    <a:lnL w="12700" cmpd="sng">
                      <a:solidFill>
                        <a:sysClr val="window" lastClr="FFFFFF"/>
                      </a:solidFill>
                    </a:lnL>
                    <a:lnR w="12700" cap="flat" cmpd="sng" algn="ctr">
                      <a:solidFill>
                        <a:sysClr val="window" lastClr="FFFFFF"/>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solidFill>
                      <a:srgbClr val="00338D"/>
                    </a:solid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1" kern="0" spc="-50" dirty="0">
                          <a:ln>
                            <a:solidFill>
                              <a:srgbClr val="000000">
                                <a:alpha val="0"/>
                              </a:srgbClr>
                            </a:solidFill>
                          </a:ln>
                          <a:solidFill>
                            <a:schemeClr val="bg1"/>
                          </a:solidFill>
                          <a:latin typeface="맑은 고딕" panose="020B0503020000020004" pitchFamily="50" charset="-127"/>
                          <a:ea typeface="맑은 고딕" pitchFamily="50" charset="-127"/>
                          <a:cs typeface="+mn-cs"/>
                        </a:rPr>
                        <a:t>(1)</a:t>
                      </a:r>
                      <a:r>
                        <a:rPr lang="ko-KR" altLang="en-US" sz="1000" b="1" kern="0" spc="-50" dirty="0" err="1">
                          <a:ln>
                            <a:solidFill>
                              <a:srgbClr val="000000">
                                <a:alpha val="0"/>
                              </a:srgbClr>
                            </a:solidFill>
                          </a:ln>
                          <a:solidFill>
                            <a:schemeClr val="bg1"/>
                          </a:solidFill>
                          <a:latin typeface="맑은 고딕" panose="020B0503020000020004" pitchFamily="50" charset="-127"/>
                          <a:ea typeface="맑은 고딕" pitchFamily="50" charset="-127"/>
                          <a:cs typeface="+mn-cs"/>
                        </a:rPr>
                        <a:t>역내산</a:t>
                      </a:r>
                      <a:r>
                        <a:rPr lang="ko-KR" altLang="en-US" sz="1000" b="1" kern="0" spc="-50" dirty="0">
                          <a:ln>
                            <a:solidFill>
                              <a:srgbClr val="000000">
                                <a:alpha val="0"/>
                              </a:srgbClr>
                            </a:solidFill>
                          </a:ln>
                          <a:solidFill>
                            <a:schemeClr val="bg1"/>
                          </a:solidFill>
                          <a:latin typeface="맑은 고딕" panose="020B0503020000020004" pitchFamily="50" charset="-127"/>
                          <a:ea typeface="맑은 고딕" pitchFamily="50" charset="-127"/>
                          <a:cs typeface="+mn-cs"/>
                        </a:rPr>
                        <a:t> </a:t>
                      </a:r>
                      <a:r>
                        <a:rPr lang="ko-KR" altLang="en-US" sz="1000" b="1" kern="0" spc="-50" dirty="0" err="1">
                          <a:ln>
                            <a:solidFill>
                              <a:srgbClr val="000000">
                                <a:alpha val="0"/>
                              </a:srgbClr>
                            </a:solidFill>
                          </a:ln>
                          <a:solidFill>
                            <a:schemeClr val="bg1"/>
                          </a:solidFill>
                          <a:latin typeface="맑은 고딕" panose="020B0503020000020004" pitchFamily="50" charset="-127"/>
                          <a:ea typeface="맑은 고딕" pitchFamily="50" charset="-127"/>
                          <a:cs typeface="+mn-cs"/>
                        </a:rPr>
                        <a:t>품목수</a:t>
                      </a:r>
                      <a:r>
                        <a:rPr lang="en-US" altLang="ko-KR" sz="1000" b="1" kern="0" spc="-50" dirty="0">
                          <a:ln>
                            <a:solidFill>
                              <a:srgbClr val="000000">
                                <a:alpha val="0"/>
                              </a:srgbClr>
                            </a:solidFill>
                          </a:ln>
                          <a:solidFill>
                            <a:schemeClr val="bg1"/>
                          </a:solidFill>
                          <a:latin typeface="맑은 고딕" panose="020B0503020000020004" pitchFamily="50" charset="-127"/>
                          <a:ea typeface="맑은 고딕" pitchFamily="50" charset="-127"/>
                          <a:cs typeface="+mn-cs"/>
                        </a:rPr>
                        <a:t>(</a:t>
                      </a:r>
                      <a:r>
                        <a:rPr lang="ko-KR" altLang="en-US" sz="1000" b="1" kern="0" spc="-50" dirty="0">
                          <a:ln>
                            <a:solidFill>
                              <a:srgbClr val="000000">
                                <a:alpha val="0"/>
                              </a:srgbClr>
                            </a:solidFill>
                          </a:ln>
                          <a:solidFill>
                            <a:schemeClr val="bg1"/>
                          </a:solidFill>
                          <a:latin typeface="맑은 고딕" panose="020B0503020000020004" pitchFamily="50" charset="-127"/>
                          <a:ea typeface="맑은 고딕" pitchFamily="50" charset="-127"/>
                          <a:cs typeface="+mn-cs"/>
                        </a:rPr>
                        <a:t>개</a:t>
                      </a:r>
                      <a:r>
                        <a:rPr lang="en-US" altLang="ko-KR" sz="1000" b="1" kern="0" spc="-50" dirty="0">
                          <a:ln>
                            <a:solidFill>
                              <a:srgbClr val="000000">
                                <a:alpha val="0"/>
                              </a:srgbClr>
                            </a:solidFill>
                          </a:ln>
                          <a:solidFill>
                            <a:schemeClr val="bg1"/>
                          </a:solidFill>
                          <a:latin typeface="맑은 고딕" panose="020B0503020000020004" pitchFamily="50" charset="-127"/>
                          <a:ea typeface="맑은 고딕" pitchFamily="50" charset="-127"/>
                          <a:cs typeface="+mn-cs"/>
                        </a:rPr>
                        <a:t>)</a:t>
                      </a:r>
                      <a:endParaRPr lang="ko-KR" altLang="en-US" sz="1000" b="1" kern="0" spc="-50" dirty="0">
                        <a:ln>
                          <a:solidFill>
                            <a:srgbClr val="000000">
                              <a:alpha val="0"/>
                            </a:srgbClr>
                          </a:solidFill>
                        </a:ln>
                        <a:solidFill>
                          <a:schemeClr val="bg1"/>
                        </a:solidFill>
                        <a:latin typeface="맑은 고딕" panose="020B0503020000020004" pitchFamily="50" charset="-127"/>
                        <a:ea typeface="맑은 고딕" pitchFamily="50" charset="-127"/>
                        <a:cs typeface="+mn-cs"/>
                      </a:endParaRPr>
                    </a:p>
                  </a:txBody>
                  <a:tcPr anchor="ctr">
                    <a:lnL w="12700" cmpd="sng">
                      <a:solidFill>
                        <a:sysClr val="window" lastClr="FFFFFF"/>
                      </a:solidFill>
                    </a:lnL>
                    <a:lnR w="12700" cap="flat" cmpd="sng" algn="ctr">
                      <a:solidFill>
                        <a:sysClr val="window" lastClr="FFFFFF"/>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solidFill>
                      <a:srgbClr val="00338D"/>
                    </a:solid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1" kern="0" spc="-50" dirty="0">
                          <a:ln>
                            <a:solidFill>
                              <a:srgbClr val="000000">
                                <a:alpha val="0"/>
                              </a:srgbClr>
                            </a:solidFill>
                          </a:ln>
                          <a:solidFill>
                            <a:schemeClr val="bg1"/>
                          </a:solidFill>
                          <a:latin typeface="맑은 고딕" panose="020B0503020000020004" pitchFamily="50" charset="-127"/>
                          <a:ea typeface="맑은 고딕" pitchFamily="50" charset="-127"/>
                          <a:cs typeface="+mn-cs"/>
                        </a:rPr>
                        <a:t>(2)</a:t>
                      </a:r>
                      <a:r>
                        <a:rPr lang="ko-KR" altLang="en-US" sz="1000" b="1" kern="0" spc="-50" dirty="0" err="1">
                          <a:ln>
                            <a:solidFill>
                              <a:srgbClr val="000000">
                                <a:alpha val="0"/>
                              </a:srgbClr>
                            </a:solidFill>
                          </a:ln>
                          <a:solidFill>
                            <a:schemeClr val="bg1"/>
                          </a:solidFill>
                          <a:latin typeface="맑은 고딕" panose="020B0503020000020004" pitchFamily="50" charset="-127"/>
                          <a:ea typeface="맑은 고딕" pitchFamily="50" charset="-127"/>
                          <a:cs typeface="+mn-cs"/>
                        </a:rPr>
                        <a:t>비역내산</a:t>
                      </a:r>
                      <a:r>
                        <a:rPr lang="ko-KR" altLang="en-US" sz="1000" b="1" kern="0" spc="-50" dirty="0">
                          <a:ln>
                            <a:solidFill>
                              <a:srgbClr val="000000">
                                <a:alpha val="0"/>
                              </a:srgbClr>
                            </a:solidFill>
                          </a:ln>
                          <a:solidFill>
                            <a:schemeClr val="bg1"/>
                          </a:solidFill>
                          <a:latin typeface="맑은 고딕" panose="020B0503020000020004" pitchFamily="50" charset="-127"/>
                          <a:ea typeface="맑은 고딕" pitchFamily="50" charset="-127"/>
                          <a:cs typeface="+mn-cs"/>
                        </a:rPr>
                        <a:t> </a:t>
                      </a:r>
                      <a:r>
                        <a:rPr lang="ko-KR" altLang="en-US" sz="1000" b="1" kern="0" spc="-50" dirty="0" err="1">
                          <a:ln>
                            <a:solidFill>
                              <a:srgbClr val="000000">
                                <a:alpha val="0"/>
                              </a:srgbClr>
                            </a:solidFill>
                          </a:ln>
                          <a:solidFill>
                            <a:schemeClr val="bg1"/>
                          </a:solidFill>
                          <a:latin typeface="맑은 고딕" panose="020B0503020000020004" pitchFamily="50" charset="-127"/>
                          <a:ea typeface="맑은 고딕" pitchFamily="50" charset="-127"/>
                          <a:cs typeface="+mn-cs"/>
                        </a:rPr>
                        <a:t>품목수</a:t>
                      </a:r>
                      <a:r>
                        <a:rPr lang="en-US" altLang="ko-KR" sz="1000" b="1" kern="0" spc="-50" dirty="0">
                          <a:ln>
                            <a:solidFill>
                              <a:srgbClr val="000000">
                                <a:alpha val="0"/>
                              </a:srgbClr>
                            </a:solidFill>
                          </a:ln>
                          <a:solidFill>
                            <a:schemeClr val="bg1"/>
                          </a:solidFill>
                          <a:latin typeface="맑은 고딕" panose="020B0503020000020004" pitchFamily="50" charset="-127"/>
                          <a:ea typeface="맑은 고딕" pitchFamily="50" charset="-127"/>
                          <a:cs typeface="+mn-cs"/>
                        </a:rPr>
                        <a:t>(</a:t>
                      </a:r>
                      <a:r>
                        <a:rPr lang="ko-KR" altLang="en-US" sz="1000" b="1" kern="0" spc="-50" dirty="0">
                          <a:ln>
                            <a:solidFill>
                              <a:srgbClr val="000000">
                                <a:alpha val="0"/>
                              </a:srgbClr>
                            </a:solidFill>
                          </a:ln>
                          <a:solidFill>
                            <a:schemeClr val="bg1"/>
                          </a:solidFill>
                          <a:latin typeface="맑은 고딕" panose="020B0503020000020004" pitchFamily="50" charset="-127"/>
                          <a:ea typeface="맑은 고딕" pitchFamily="50" charset="-127"/>
                          <a:cs typeface="+mn-cs"/>
                        </a:rPr>
                        <a:t>개</a:t>
                      </a:r>
                      <a:r>
                        <a:rPr lang="en-US" altLang="ko-KR" sz="1000" b="1" kern="0" spc="-50" dirty="0">
                          <a:ln>
                            <a:solidFill>
                              <a:srgbClr val="000000">
                                <a:alpha val="0"/>
                              </a:srgbClr>
                            </a:solidFill>
                          </a:ln>
                          <a:solidFill>
                            <a:schemeClr val="bg1"/>
                          </a:solidFill>
                          <a:latin typeface="맑은 고딕" panose="020B0503020000020004" pitchFamily="50" charset="-127"/>
                          <a:ea typeface="맑은 고딕" pitchFamily="50" charset="-127"/>
                          <a:cs typeface="+mn-cs"/>
                        </a:rPr>
                        <a:t>)</a:t>
                      </a:r>
                      <a:endParaRPr lang="ko-KR" altLang="en-US" sz="1000" b="1" kern="0" spc="-50" dirty="0">
                        <a:ln>
                          <a:solidFill>
                            <a:srgbClr val="000000">
                              <a:alpha val="0"/>
                            </a:srgbClr>
                          </a:solidFill>
                        </a:ln>
                        <a:solidFill>
                          <a:schemeClr val="bg1"/>
                        </a:solidFill>
                        <a:latin typeface="맑은 고딕" panose="020B0503020000020004" pitchFamily="50" charset="-127"/>
                        <a:ea typeface="맑은 고딕" pitchFamily="50" charset="-127"/>
                        <a:cs typeface="+mn-cs"/>
                      </a:endParaRPr>
                    </a:p>
                  </a:txBody>
                  <a:tcPr anchor="ctr">
                    <a:lnL w="12700" cmpd="sng">
                      <a:solidFill>
                        <a:sysClr val="window" lastClr="FFFFFF"/>
                      </a:solidFill>
                    </a:lnL>
                    <a:lnR w="12700" cap="flat" cmpd="sng" algn="ctr">
                      <a:solidFill>
                        <a:sysClr val="window" lastClr="FFFFFF"/>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solidFill>
                      <a:srgbClr val="00338D"/>
                    </a:solid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1" kern="0" spc="-50" dirty="0">
                          <a:ln>
                            <a:solidFill>
                              <a:srgbClr val="000000">
                                <a:alpha val="0"/>
                              </a:srgbClr>
                            </a:solidFill>
                          </a:ln>
                          <a:solidFill>
                            <a:schemeClr val="bg1"/>
                          </a:solidFill>
                          <a:latin typeface="맑은 고딕" panose="020B0503020000020004" pitchFamily="50" charset="-127"/>
                          <a:ea typeface="맑은 고딕" pitchFamily="50" charset="-127"/>
                          <a:cs typeface="+mn-cs"/>
                        </a:rPr>
                        <a:t>(3)</a:t>
                      </a:r>
                      <a:r>
                        <a:rPr lang="ko-KR" altLang="en-US" sz="1000" b="1" kern="0" spc="-50" dirty="0" err="1">
                          <a:ln>
                            <a:solidFill>
                              <a:srgbClr val="000000">
                                <a:alpha val="0"/>
                              </a:srgbClr>
                            </a:solidFill>
                          </a:ln>
                          <a:solidFill>
                            <a:schemeClr val="bg1"/>
                          </a:solidFill>
                          <a:latin typeface="맑은 고딕" panose="020B0503020000020004" pitchFamily="50" charset="-127"/>
                          <a:ea typeface="맑은 고딕" pitchFamily="50" charset="-127"/>
                          <a:cs typeface="+mn-cs"/>
                        </a:rPr>
                        <a:t>판정에러</a:t>
                      </a:r>
                      <a:r>
                        <a:rPr lang="ko-KR" altLang="en-US" sz="1000" b="1" kern="0" spc="-50" dirty="0">
                          <a:ln>
                            <a:solidFill>
                              <a:srgbClr val="000000">
                                <a:alpha val="0"/>
                              </a:srgbClr>
                            </a:solidFill>
                          </a:ln>
                          <a:solidFill>
                            <a:schemeClr val="bg1"/>
                          </a:solidFill>
                          <a:latin typeface="맑은 고딕" panose="020B0503020000020004" pitchFamily="50" charset="-127"/>
                          <a:ea typeface="맑은 고딕" pitchFamily="50" charset="-127"/>
                          <a:cs typeface="+mn-cs"/>
                        </a:rPr>
                        <a:t> </a:t>
                      </a:r>
                      <a:r>
                        <a:rPr lang="ko-KR" altLang="en-US" sz="1000" b="1" kern="0" spc="-50" dirty="0" err="1">
                          <a:ln>
                            <a:solidFill>
                              <a:srgbClr val="000000">
                                <a:alpha val="0"/>
                              </a:srgbClr>
                            </a:solidFill>
                          </a:ln>
                          <a:solidFill>
                            <a:schemeClr val="bg1"/>
                          </a:solidFill>
                          <a:latin typeface="맑은 고딕" panose="020B0503020000020004" pitchFamily="50" charset="-127"/>
                          <a:ea typeface="맑은 고딕" pitchFamily="50" charset="-127"/>
                          <a:cs typeface="+mn-cs"/>
                        </a:rPr>
                        <a:t>품목수</a:t>
                      </a:r>
                      <a:r>
                        <a:rPr lang="en-US" altLang="ko-KR" sz="1000" b="1" kern="0" spc="-50" dirty="0">
                          <a:ln>
                            <a:solidFill>
                              <a:srgbClr val="000000">
                                <a:alpha val="0"/>
                              </a:srgbClr>
                            </a:solidFill>
                          </a:ln>
                          <a:solidFill>
                            <a:schemeClr val="bg1"/>
                          </a:solidFill>
                          <a:latin typeface="맑은 고딕" panose="020B0503020000020004" pitchFamily="50" charset="-127"/>
                          <a:ea typeface="맑은 고딕" pitchFamily="50" charset="-127"/>
                          <a:cs typeface="+mn-cs"/>
                        </a:rPr>
                        <a:t>(</a:t>
                      </a:r>
                      <a:r>
                        <a:rPr lang="ko-KR" altLang="en-US" sz="1000" b="1" kern="0" spc="-50" dirty="0">
                          <a:ln>
                            <a:solidFill>
                              <a:srgbClr val="000000">
                                <a:alpha val="0"/>
                              </a:srgbClr>
                            </a:solidFill>
                          </a:ln>
                          <a:solidFill>
                            <a:schemeClr val="bg1"/>
                          </a:solidFill>
                          <a:latin typeface="맑은 고딕" panose="020B0503020000020004" pitchFamily="50" charset="-127"/>
                          <a:ea typeface="맑은 고딕" pitchFamily="50" charset="-127"/>
                          <a:cs typeface="+mn-cs"/>
                        </a:rPr>
                        <a:t>개</a:t>
                      </a:r>
                      <a:r>
                        <a:rPr lang="en-US" altLang="ko-KR" sz="1000" b="1" kern="0" spc="-50" dirty="0">
                          <a:ln>
                            <a:solidFill>
                              <a:srgbClr val="000000">
                                <a:alpha val="0"/>
                              </a:srgbClr>
                            </a:solidFill>
                          </a:ln>
                          <a:solidFill>
                            <a:schemeClr val="bg1"/>
                          </a:solidFill>
                          <a:latin typeface="맑은 고딕" panose="020B0503020000020004" pitchFamily="50" charset="-127"/>
                          <a:ea typeface="맑은 고딕" pitchFamily="50" charset="-127"/>
                          <a:cs typeface="+mn-cs"/>
                        </a:rPr>
                        <a:t>)</a:t>
                      </a:r>
                      <a:endParaRPr lang="ko-KR" altLang="en-US" sz="1000" b="1" kern="0" spc="-50" dirty="0">
                        <a:ln>
                          <a:solidFill>
                            <a:srgbClr val="000000">
                              <a:alpha val="0"/>
                            </a:srgbClr>
                          </a:solidFill>
                        </a:ln>
                        <a:solidFill>
                          <a:schemeClr val="bg1"/>
                        </a:solidFill>
                        <a:latin typeface="맑은 고딕" panose="020B0503020000020004" pitchFamily="50" charset="-127"/>
                        <a:ea typeface="맑은 고딕" pitchFamily="50" charset="-127"/>
                        <a:cs typeface="+mn-cs"/>
                      </a:endParaRPr>
                    </a:p>
                  </a:txBody>
                  <a:tcPr anchor="ctr">
                    <a:lnL w="12700" cmpd="sng">
                      <a:solidFill>
                        <a:sysClr val="window" lastClr="FFFFFF"/>
                      </a:solidFill>
                    </a:lnL>
                    <a:lnR w="12700" cap="flat" cmpd="sng" algn="ctr">
                      <a:solidFill>
                        <a:sysClr val="window" lastClr="FFFFFF"/>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solidFill>
                      <a:srgbClr val="00338D"/>
                    </a:solid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ko-KR" altLang="en-US" sz="1000" b="1" kern="0" spc="-50" dirty="0" err="1">
                          <a:ln>
                            <a:solidFill>
                              <a:srgbClr val="000000">
                                <a:alpha val="0"/>
                              </a:srgbClr>
                            </a:solidFill>
                          </a:ln>
                          <a:solidFill>
                            <a:schemeClr val="bg1"/>
                          </a:solidFill>
                          <a:latin typeface="맑은 고딕" panose="020B0503020000020004" pitchFamily="50" charset="-127"/>
                          <a:ea typeface="맑은 고딕" pitchFamily="50" charset="-127"/>
                          <a:cs typeface="+mn-cs"/>
                        </a:rPr>
                        <a:t>역내산</a:t>
                      </a:r>
                      <a:r>
                        <a:rPr lang="ko-KR" altLang="en-US" sz="1000" b="1" kern="0" spc="-50">
                          <a:ln>
                            <a:solidFill>
                              <a:srgbClr val="000000">
                                <a:alpha val="0"/>
                              </a:srgbClr>
                            </a:solidFill>
                          </a:ln>
                          <a:solidFill>
                            <a:schemeClr val="bg1"/>
                          </a:solidFill>
                          <a:latin typeface="맑은 고딕" panose="020B0503020000020004" pitchFamily="50" charset="-127"/>
                          <a:ea typeface="맑은 고딕" pitchFamily="50" charset="-127"/>
                          <a:cs typeface="+mn-cs"/>
                        </a:rPr>
                        <a:t> 비율</a:t>
                      </a:r>
                      <a:r>
                        <a:rPr lang="en-US" altLang="ko-KR" sz="1000" b="1" kern="0" spc="-50" dirty="0">
                          <a:ln>
                            <a:solidFill>
                              <a:srgbClr val="000000">
                                <a:alpha val="0"/>
                              </a:srgbClr>
                            </a:solidFill>
                          </a:ln>
                          <a:solidFill>
                            <a:schemeClr val="bg1"/>
                          </a:solidFill>
                          <a:latin typeface="맑은 고딕" panose="020B0503020000020004" pitchFamily="50" charset="-127"/>
                          <a:ea typeface="맑은 고딕" pitchFamily="50" charset="-127"/>
                          <a:cs typeface="+mn-cs"/>
                        </a:rPr>
                        <a:t>(%)</a:t>
                      </a:r>
                      <a:endParaRPr lang="ko-KR" altLang="en-US" sz="1000" b="1" kern="0" spc="-50" dirty="0">
                        <a:ln>
                          <a:solidFill>
                            <a:srgbClr val="000000">
                              <a:alpha val="0"/>
                            </a:srgbClr>
                          </a:solidFill>
                        </a:ln>
                        <a:solidFill>
                          <a:schemeClr val="bg1"/>
                        </a:solidFill>
                        <a:latin typeface="맑은 고딕" panose="020B0503020000020004" pitchFamily="50" charset="-127"/>
                        <a:ea typeface="맑은 고딕" pitchFamily="50" charset="-127"/>
                        <a:cs typeface="+mn-cs"/>
                      </a:endParaRPr>
                    </a:p>
                  </a:txBody>
                  <a:tcPr anchor="ctr">
                    <a:lnL w="12700" cmpd="sng">
                      <a:solidFill>
                        <a:sysClr val="window" lastClr="FFFFFF"/>
                      </a:solidFill>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solidFill>
                      <a:srgbClr val="00338D"/>
                    </a:solidFill>
                  </a:tcPr>
                </a:tc>
                <a:extLst>
                  <a:ext uri="{0D108BD9-81ED-4DB2-BD59-A6C34878D82A}">
                    <a16:rowId xmlns:a16="http://schemas.microsoft.com/office/drawing/2014/main" val="10000"/>
                  </a:ext>
                </a:extLst>
              </a:tr>
              <a:tr h="237089">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ko-KR" altLang="en-US" sz="1000" b="0" kern="0" spc="-50" dirty="0">
                          <a:ln>
                            <a:solidFill>
                              <a:srgbClr val="000000">
                                <a:alpha val="0"/>
                              </a:srgbClr>
                            </a:solidFill>
                          </a:ln>
                          <a:solidFill>
                            <a:srgbClr val="00338D"/>
                          </a:solidFill>
                          <a:latin typeface="맑은 고딕" panose="020B0503020000020004" pitchFamily="50" charset="-127"/>
                          <a:ea typeface="맑은 고딕" pitchFamily="50" charset="-127"/>
                          <a:cs typeface="+mn-cs"/>
                        </a:rPr>
                        <a:t>한-콜롬비아</a:t>
                      </a:r>
                      <a:endParaRPr lang="ko-KR" altLang="en-US" sz="1000" b="0" kern="0" spc="-50" dirty="0">
                        <a:ln>
                          <a:solidFill>
                            <a:srgbClr val="000000">
                              <a:alpha val="0"/>
                            </a:srgbClr>
                          </a:solidFill>
                        </a:ln>
                        <a:solidFill>
                          <a:srgbClr val="00338D"/>
                        </a:solidFill>
                        <a:latin typeface="맑은 고딕" panose="020B0503020000020004" pitchFamily="50" charset="-127"/>
                        <a:ea typeface="맑은 고딕" pitchFamily="50" charset="-127"/>
                        <a:cs typeface="+mn-cs"/>
                      </a:endParaRP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dirty="0">
                          <a:ln>
                            <a:solidFill>
                              <a:srgbClr val="000000">
                                <a:alpha val="0"/>
                              </a:srgbClr>
                            </a:solidFill>
                          </a:ln>
                          <a:solidFill>
                            <a:srgbClr val="00338D"/>
                          </a:solidFill>
                          <a:latin typeface="맑은 고딕" panose="020B0503020000020004" pitchFamily="50" charset="-127"/>
                          <a:ea typeface="맑은 고딕" pitchFamily="50" charset="-127"/>
                          <a:cs typeface="+mn-cs"/>
                        </a:rPr>
                        <a:t>11,062</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5,148</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5,529</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385</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46.5</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1"/>
                  </a:ext>
                </a:extLst>
              </a:tr>
              <a:tr h="237089">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ko-KR" altLang="en-US" sz="1000" b="0" kern="0" spc="-50" dirty="0">
                          <a:ln>
                            <a:solidFill>
                              <a:srgbClr val="000000">
                                <a:alpha val="0"/>
                              </a:srgbClr>
                            </a:solidFill>
                          </a:ln>
                          <a:solidFill>
                            <a:srgbClr val="00338D"/>
                          </a:solidFill>
                          <a:latin typeface="맑은 고딕" panose="020B0503020000020004" pitchFamily="50" charset="-127"/>
                          <a:ea typeface="맑은 고딕" pitchFamily="50" charset="-127"/>
                          <a:cs typeface="+mn-cs"/>
                        </a:rPr>
                        <a:t>한-튀르키예</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11,062</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5,080</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5,597</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385</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45.9</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2"/>
                  </a:ext>
                </a:extLst>
              </a:tr>
              <a:tr h="237089">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ko-KR" altLang="en-US"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한-페루</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11,062</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5,322</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5,355</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385</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48.1</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003671673"/>
                  </a:ext>
                </a:extLst>
              </a:tr>
              <a:tr h="237089">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ko-KR" altLang="en-US"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한-필리핀</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11,062</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5,243</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5,434</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385</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dirty="0">
                          <a:ln>
                            <a:solidFill>
                              <a:srgbClr val="000000">
                                <a:alpha val="0"/>
                              </a:srgbClr>
                            </a:solidFill>
                          </a:ln>
                          <a:solidFill>
                            <a:srgbClr val="00338D"/>
                          </a:solidFill>
                          <a:latin typeface="맑은 고딕" panose="020B0503020000020004" pitchFamily="50" charset="-127"/>
                          <a:ea typeface="맑은 고딕" pitchFamily="50" charset="-127"/>
                          <a:cs typeface="+mn-cs"/>
                        </a:rPr>
                        <a:t>47.4</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3"/>
                  </a:ext>
                </a:extLst>
              </a:tr>
              <a:tr h="237089">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ko-KR" altLang="en-US"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한-호주</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11,062</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5,595</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5,082</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385</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dirty="0">
                          <a:ln>
                            <a:solidFill>
                              <a:srgbClr val="000000">
                                <a:alpha val="0"/>
                              </a:srgbClr>
                            </a:solidFill>
                          </a:ln>
                          <a:solidFill>
                            <a:srgbClr val="00338D"/>
                          </a:solidFill>
                          <a:latin typeface="맑은 고딕" panose="020B0503020000020004" pitchFamily="50" charset="-127"/>
                          <a:ea typeface="맑은 고딕" pitchFamily="50" charset="-127"/>
                          <a:cs typeface="+mn-cs"/>
                        </a:rPr>
                        <a:t>50.6</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3"/>
                  </a:ext>
                </a:extLst>
              </a:tr>
            </a:tbl>
          </a:graphicData>
        </a:graphic>
      </p:graphicFrame>
      <p:sp>
        <p:nvSpPr>
          <p:cNvPr id="6" name="Title 1"/>
          <p:cNvSpPr txBox="1">
            <a:spLocks/>
          </p:cNvSpPr>
          <p:nvPr/>
        </p:nvSpPr>
        <p:spPr>
          <a:xfrm>
            <a:off x="815273" y="739775"/>
            <a:ext cx="7823200" cy="390740"/>
          </a:xfrm>
          <a:prstGeom prst="rect">
            <a:avLst/>
          </a:prstGeom>
        </p:spPr>
        <p:txBody>
          <a:bodyPr vert="horz" lIns="0" tIns="0" rIns="0" bIns="0" rtlCol="0" anchor="ctr" anchorCtr="0">
            <a:noAutofit/>
          </a:bodyPr>
          <a:lstStyle>
            <a:lvl1pPr algn="l" defTabSz="914400" rtl="0" eaLnBrk="1" latinLnBrk="1" hangingPunct="1">
              <a:lnSpc>
                <a:spcPct val="70000"/>
              </a:lnSpc>
              <a:spcBef>
                <a:spcPct val="0"/>
              </a:spcBef>
              <a:buNone/>
              <a:defRPr sz="5400" kern="1200">
                <a:solidFill>
                  <a:schemeClr val="tx2"/>
                </a:solidFill>
                <a:latin typeface="+mj-lt"/>
                <a:ea typeface="+mj-ea"/>
                <a:cs typeface="+mj-cs"/>
              </a:defRPr>
            </a:lvl1pPr>
          </a:lstStyle>
          <a:p>
            <a:pPr>
              <a:defRPr/>
            </a:pPr>
            <a:r>
              <a:rPr lang="en-US" altLang="ko-KR" sz="1400" b="1" kern="0" spc="-50" dirty="0">
                <a:ln>
                  <a:solidFill>
                    <a:srgbClr val="000000">
                      <a:alpha val="0"/>
                    </a:srgbClr>
                  </a:solidFill>
                </a:ln>
                <a:solidFill>
                  <a:srgbClr val="00338D"/>
                </a:solidFill>
                <a:latin typeface="맑은 고딕" panose="020B0503020000020004" pitchFamily="50" charset="-127"/>
                <a:ea typeface="맑은 고딕" pitchFamily="50" charset="-127"/>
                <a:cs typeface="+mn-cs"/>
              </a:rPr>
              <a:t>3. </a:t>
            </a:r>
            <a:r>
              <a:rPr lang="ko-KR" altLang="en-US" sz="1400" b="1"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협정별 원산지 판정 현황</a:t>
            </a:r>
            <a:endParaRPr lang="en-US" altLang="ko-KR" sz="1400" b="1" kern="0" spc="-50" dirty="0">
              <a:ln>
                <a:solidFill>
                  <a:srgbClr val="000000">
                    <a:alpha val="0"/>
                  </a:srgbClr>
                </a:solidFill>
              </a:ln>
              <a:solidFill>
                <a:srgbClr val="00338D"/>
              </a:solidFill>
              <a:latin typeface="맑은 고딕" panose="020B0503020000020004" pitchFamily="50" charset="-127"/>
              <a:ea typeface="맑은 고딕" pitchFamily="50" charset="-127"/>
              <a:cs typeface="+mn-cs"/>
            </a:endParaRPr>
          </a:p>
        </p:txBody>
      </p:sp>
      <p:sp>
        <p:nvSpPr>
          <p:cNvPr id="8" name="Text Placeholder 1"/>
          <p:cNvSpPr>
            <a:spLocks noGrp="1"/>
          </p:cNvSpPr>
          <p:nvPr>
            <p:ph type="body" sz="quarter" idx="4294967295"/>
          </p:nvPr>
        </p:nvSpPr>
        <p:spPr>
          <a:xfrm>
            <a:off x="324221" y="1119083"/>
            <a:ext cx="8569325" cy="674688"/>
          </a:xfrm>
          <a:prstGeom prst="rect">
            <a:avLst/>
          </a:prstGeom>
        </p:spPr>
        <p:txBody>
          <a:bodyPr vert="horz" lIns="0" tIns="0" rIns="0" bIns="0" rtlCol="0" anchor="t" anchorCtr="0">
            <a:noAutofit/>
          </a:bodyPr>
          <a:lstStyle/>
          <a:p>
            <a:pPr eaLnBrk="0" hangingPunct="0">
              <a:spcBef>
                <a:spcPct val="20000"/>
              </a:spcBef>
            </a:pPr>
            <a:r>
              <a:rPr lang="ko-KR" altLang="en-US" sz="1200" kern="0" spc="-50" dirty="0" err="1">
                <a:ln>
                  <a:solidFill>
                    <a:srgbClr val="000000">
                      <a:alpha val="0"/>
                    </a:srgbClr>
                  </a:solidFill>
                </a:ln>
                <a:solidFill>
                  <a:srgbClr val="00338D"/>
                </a:solidFill>
                <a:latin typeface="맑은 고딕" panose="020B0503020000020004" pitchFamily="50" charset="-127"/>
                <a:ea typeface="맑은 고딕" pitchFamily="50" charset="-127"/>
              </a:rPr>
              <a:t>협정별</a:t>
            </a:r>
            <a:r>
              <a:rPr lang="ko-KR" altLang="en-US" sz="1200" kern="0" spc="-50" dirty="0">
                <a:ln>
                  <a:solidFill>
                    <a:srgbClr val="000000">
                      <a:alpha val="0"/>
                    </a:srgbClr>
                  </a:solidFill>
                </a:ln>
                <a:solidFill>
                  <a:srgbClr val="00338D"/>
                </a:solidFill>
                <a:latin typeface="맑은 고딕" panose="020B0503020000020004" pitchFamily="50" charset="-127"/>
                <a:ea typeface="맑은 고딕" pitchFamily="50" charset="-127"/>
              </a:rPr>
              <a:t> 원산지 판정 현황은 아래와 같습니다</a:t>
            </a:r>
            <a:r>
              <a:rPr lang="en-US" altLang="ko-KR" sz="1200" kern="0" spc="-50" dirty="0">
                <a:ln>
                  <a:solidFill>
                    <a:srgbClr val="000000">
                      <a:alpha val="0"/>
                    </a:srgbClr>
                  </a:solidFill>
                </a:ln>
                <a:solidFill>
                  <a:srgbClr val="00338D"/>
                </a:solidFill>
                <a:latin typeface="맑은 고딕" panose="020B0503020000020004" pitchFamily="50" charset="-127"/>
                <a:ea typeface="맑은 고딕" pitchFamily="50" charset="-127"/>
              </a:rPr>
              <a:t>.</a:t>
            </a:r>
          </a:p>
        </p:txBody>
      </p:sp>
      <p:sp>
        <p:nvSpPr>
          <p:cNvPr id="10" name="Title 1"/>
          <p:cNvSpPr txBox="1">
            <a:spLocks/>
          </p:cNvSpPr>
          <p:nvPr/>
        </p:nvSpPr>
        <p:spPr>
          <a:xfrm>
            <a:off x="624292" y="406361"/>
            <a:ext cx="7823200" cy="390740"/>
          </a:xfrm>
          <a:prstGeom prst="rect">
            <a:avLst/>
          </a:prstGeom>
        </p:spPr>
        <p:txBody>
          <a:bodyPr vert="horz" lIns="0" tIns="0" rIns="0" bIns="0" rtlCol="0" anchor="ctr" anchorCtr="0">
            <a:noAutofit/>
          </a:bodyPr>
          <a:lstStyle>
            <a:lvl1pPr algn="l" defTabSz="914400" rtl="0" eaLnBrk="1" latinLnBrk="1" hangingPunct="1">
              <a:lnSpc>
                <a:spcPct val="70000"/>
              </a:lnSpc>
              <a:spcBef>
                <a:spcPct val="0"/>
              </a:spcBef>
              <a:buNone/>
              <a:defRPr sz="5400" kern="1200">
                <a:solidFill>
                  <a:schemeClr val="tx2"/>
                </a:solidFill>
                <a:latin typeface="+mj-lt"/>
                <a:ea typeface="+mj-ea"/>
                <a:cs typeface="+mj-cs"/>
              </a:defRPr>
            </a:lvl1pPr>
          </a:lstStyle>
          <a:p>
            <a:pPr>
              <a:defRPr/>
            </a:pPr>
            <a:r>
              <a:rPr lang="en-US" altLang="ko-KR" sz="2000" b="1" dirty="0">
                <a:solidFill>
                  <a:srgbClr val="00338D"/>
                </a:solidFill>
                <a:latin typeface="맑은 고딕" panose="020B0503020000020004" pitchFamily="50" charset="-127"/>
                <a:ea typeface="맑은 고딕" panose="020B0503020000020004" pitchFamily="50" charset="-127"/>
              </a:rPr>
              <a:t>I. </a:t>
            </a:r>
            <a:r>
              <a:rPr lang="en-US" altLang="ko-KR" sz="2000" b="1" kern="0" spc="-50" dirty="0">
                <a:ln>
                  <a:solidFill>
                    <a:srgbClr val="000000">
                      <a:alpha val="0"/>
                    </a:srgbClr>
                  </a:solidFill>
                </a:ln>
                <a:solidFill>
                  <a:srgbClr val="00338D"/>
                </a:solidFill>
                <a:latin typeface="맑은 고딕" panose="020B0503020000020004" pitchFamily="50" charset="-127"/>
                <a:ea typeface="맑은 고딕" pitchFamily="50" charset="-127"/>
                <a:cs typeface="+mn-cs"/>
              </a:rPr>
              <a:t>FTA </a:t>
            </a:r>
            <a:r>
              <a:rPr lang="ko-KR" altLang="en-US" sz="2000" b="1"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원산지 판정 현황</a:t>
            </a:r>
            <a:endParaRPr lang="ko-KR" altLang="en-US" sz="2000" b="1" kern="0" spc="-50" dirty="0">
              <a:ln>
                <a:solidFill>
                  <a:srgbClr val="000000">
                    <a:alpha val="0"/>
                  </a:srgbClr>
                </a:solidFill>
              </a:ln>
              <a:solidFill>
                <a:srgbClr val="00338D"/>
              </a:solidFill>
              <a:latin typeface="맑은 고딕" panose="020B0503020000020004" pitchFamily="50" charset="-127"/>
              <a:ea typeface="맑은 고딕" pitchFamily="50" charset="-127"/>
              <a:cs typeface="+mn-cs"/>
            </a:endParaRPr>
          </a:p>
        </p:txBody>
      </p:sp>
    </p:spTree>
    <p:extLst>
      <p:ext uri="{BB962C8B-B14F-4D97-AF65-F5344CB8AC3E}">
        <p14:creationId xmlns:p14="http://schemas.microsoft.com/office/powerpoint/2010/main" val="231306999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1"/>
          <p:cNvSpPr txBox="1">
            <a:spLocks/>
          </p:cNvSpPr>
          <p:nvPr/>
        </p:nvSpPr>
        <p:spPr>
          <a:xfrm>
            <a:off x="624292" y="406361"/>
            <a:ext cx="7823200" cy="390740"/>
          </a:xfrm>
          <a:prstGeom prst="rect">
            <a:avLst/>
          </a:prstGeom>
        </p:spPr>
        <p:txBody>
          <a:bodyPr vert="horz" lIns="0" tIns="0" rIns="0" bIns="0" rtlCol="0" anchor="ctr" anchorCtr="0">
            <a:noAutofit/>
          </a:bodyPr>
          <a:lstStyle>
            <a:lvl1pPr algn="l" defTabSz="914400" rtl="0" eaLnBrk="1" latinLnBrk="1" hangingPunct="1">
              <a:lnSpc>
                <a:spcPct val="70000"/>
              </a:lnSpc>
              <a:spcBef>
                <a:spcPct val="0"/>
              </a:spcBef>
              <a:buNone/>
              <a:defRPr sz="5400" kern="1200">
                <a:solidFill>
                  <a:schemeClr val="tx2"/>
                </a:solidFill>
                <a:latin typeface="+mj-lt"/>
                <a:ea typeface="+mj-ea"/>
                <a:cs typeface="+mj-cs"/>
              </a:defRPr>
            </a:lvl1pPr>
          </a:lstStyle>
          <a:p>
            <a:pPr>
              <a:defRPr/>
            </a:pPr>
            <a:r>
              <a:rPr lang="en-US" altLang="ko-KR" sz="2000" b="1" dirty="0">
                <a:solidFill>
                  <a:srgbClr val="00338D"/>
                </a:solidFill>
                <a:latin typeface="맑은 고딕" panose="020B0503020000020004" pitchFamily="50" charset="-127"/>
                <a:ea typeface="맑은 고딕" panose="020B0503020000020004" pitchFamily="50" charset="-127"/>
              </a:rPr>
              <a:t>II. </a:t>
            </a:r>
            <a:r>
              <a:rPr lang="ko-KR" altLang="en-US" sz="2000" b="1" kern="0" spc="-50" dirty="0">
                <a:ln>
                  <a:solidFill>
                    <a:srgbClr val="000000">
                      <a:alpha val="0"/>
                    </a:srgbClr>
                  </a:solidFill>
                </a:ln>
                <a:solidFill>
                  <a:srgbClr val="00338D"/>
                </a:solidFill>
                <a:latin typeface="맑은 고딕" panose="020B0503020000020004" pitchFamily="50" charset="-127"/>
                <a:ea typeface="맑은 고딕" pitchFamily="50" charset="-127"/>
                <a:cs typeface="+mn-cs"/>
              </a:rPr>
              <a:t>원산지확인서 수취 현황</a:t>
            </a:r>
            <a:endParaRPr lang="en-US" altLang="ko-KR" sz="2000" b="1" kern="0" spc="-50" dirty="0">
              <a:ln>
                <a:solidFill>
                  <a:srgbClr val="000000">
                    <a:alpha val="0"/>
                  </a:srgbClr>
                </a:solidFill>
              </a:ln>
              <a:solidFill>
                <a:srgbClr val="00338D"/>
              </a:solidFill>
              <a:latin typeface="맑은 고딕" panose="020B0503020000020004" pitchFamily="50" charset="-127"/>
              <a:ea typeface="맑은 고딕" pitchFamily="50" charset="-127"/>
              <a:cs typeface="+mn-cs"/>
            </a:endParaRPr>
          </a:p>
        </p:txBody>
      </p:sp>
      <p:graphicFrame>
        <p:nvGraphicFramePr>
          <p:cNvPr id="8" name="표 7"/>
          <p:cNvGraphicFramePr>
            <a:graphicFrameLocks noGrp="1"/>
          </p:cNvGraphicFramePr>
          <p:nvPr>
            <p:extLst>
              <p:ext uri="{D42A27DB-BD31-4B8C-83A1-F6EECF244321}">
                <p14:modId xmlns:p14="http://schemas.microsoft.com/office/powerpoint/2010/main" val="3725459833"/>
              </p:ext>
            </p:extLst>
          </p:nvPr>
        </p:nvGraphicFramePr>
        <p:xfrm>
          <a:off x="327000" y="1363687"/>
          <a:ext cx="9252000" cy="4680003"/>
        </p:xfrm>
        <a:graphic>
          <a:graphicData uri="http://schemas.openxmlformats.org/drawingml/2006/table">
            <a:tbl>
              <a:tblPr firstRow="1" bandRow="1"/>
              <a:tblGrid>
                <a:gridCol w="2013864">
                  <a:extLst>
                    <a:ext uri="{9D8B030D-6E8A-4147-A177-3AD203B41FA5}">
                      <a16:colId xmlns:a16="http://schemas.microsoft.com/office/drawing/2014/main" val="20000"/>
                    </a:ext>
                  </a:extLst>
                </a:gridCol>
                <a:gridCol w="731520">
                  <a:extLst>
                    <a:ext uri="{9D8B030D-6E8A-4147-A177-3AD203B41FA5}">
                      <a16:colId xmlns:a16="http://schemas.microsoft.com/office/drawing/2014/main" val="20001"/>
                    </a:ext>
                  </a:extLst>
                </a:gridCol>
                <a:gridCol w="802206">
                  <a:extLst>
                    <a:ext uri="{9D8B030D-6E8A-4147-A177-3AD203B41FA5}">
                      <a16:colId xmlns:a16="http://schemas.microsoft.com/office/drawing/2014/main" val="20002"/>
                    </a:ext>
                  </a:extLst>
                </a:gridCol>
                <a:gridCol w="1140882">
                  <a:extLst>
                    <a:ext uri="{9D8B030D-6E8A-4147-A177-3AD203B41FA5}">
                      <a16:colId xmlns:a16="http://schemas.microsoft.com/office/drawing/2014/main" val="20003"/>
                    </a:ext>
                  </a:extLst>
                </a:gridCol>
                <a:gridCol w="1140882">
                  <a:extLst>
                    <a:ext uri="{9D8B030D-6E8A-4147-A177-3AD203B41FA5}">
                      <a16:colId xmlns:a16="http://schemas.microsoft.com/office/drawing/2014/main" val="20004"/>
                    </a:ext>
                  </a:extLst>
                </a:gridCol>
                <a:gridCol w="1140882">
                  <a:extLst>
                    <a:ext uri="{9D8B030D-6E8A-4147-A177-3AD203B41FA5}">
                      <a16:colId xmlns:a16="http://schemas.microsoft.com/office/drawing/2014/main" val="20005"/>
                    </a:ext>
                  </a:extLst>
                </a:gridCol>
                <a:gridCol w="1140882">
                  <a:extLst>
                    <a:ext uri="{9D8B030D-6E8A-4147-A177-3AD203B41FA5}">
                      <a16:colId xmlns:a16="http://schemas.microsoft.com/office/drawing/2014/main" val="20006"/>
                    </a:ext>
                  </a:extLst>
                </a:gridCol>
                <a:gridCol w="1140882">
                  <a:extLst>
                    <a:ext uri="{9D8B030D-6E8A-4147-A177-3AD203B41FA5}">
                      <a16:colId xmlns:a16="http://schemas.microsoft.com/office/drawing/2014/main" val="20007"/>
                    </a:ext>
                  </a:extLst>
                </a:gridCol>
              </a:tblGrid>
              <a:tr h="406067">
                <a:tc>
                  <a:txBody>
                    <a:bodyPr/>
                    <a:lstStyle>
                      <a:lvl1pPr marL="0" algn="l" defTabSz="914400" rtl="0" eaLnBrk="1" latinLnBrk="1" hangingPunct="1">
                        <a:defRPr sz="1800" b="1" kern="1200">
                          <a:solidFill>
                            <a:schemeClr val="lt1"/>
                          </a:solidFill>
                          <a:latin typeface="Calibri"/>
                        </a:defRPr>
                      </a:lvl1pPr>
                      <a:lvl2pPr marL="457200" algn="l" defTabSz="914400" rtl="0" eaLnBrk="1" latinLnBrk="1" hangingPunct="1">
                        <a:defRPr sz="1800" b="1" kern="1200">
                          <a:solidFill>
                            <a:schemeClr val="lt1"/>
                          </a:solidFill>
                          <a:latin typeface="Calibri"/>
                        </a:defRPr>
                      </a:lvl2pPr>
                      <a:lvl3pPr marL="914400" algn="l" defTabSz="914400" rtl="0" eaLnBrk="1" latinLnBrk="1" hangingPunct="1">
                        <a:defRPr sz="1800" b="1" kern="1200">
                          <a:solidFill>
                            <a:schemeClr val="lt1"/>
                          </a:solidFill>
                          <a:latin typeface="Calibri"/>
                        </a:defRPr>
                      </a:lvl3pPr>
                      <a:lvl4pPr marL="1371600" algn="l" defTabSz="914400" rtl="0" eaLnBrk="1" latinLnBrk="1" hangingPunct="1">
                        <a:defRPr sz="1800" b="1" kern="1200">
                          <a:solidFill>
                            <a:schemeClr val="lt1"/>
                          </a:solidFill>
                          <a:latin typeface="Calibri"/>
                        </a:defRPr>
                      </a:lvl4pPr>
                      <a:lvl5pPr marL="1828800" algn="l" defTabSz="914400" rtl="0" eaLnBrk="1" latinLnBrk="1" hangingPunct="1">
                        <a:defRPr sz="1800" b="1" kern="1200">
                          <a:solidFill>
                            <a:schemeClr val="lt1"/>
                          </a:solidFill>
                          <a:latin typeface="Calibri"/>
                        </a:defRPr>
                      </a:lvl5pPr>
                      <a:lvl6pPr marL="2286000" algn="l" defTabSz="914400" rtl="0" eaLnBrk="1" latinLnBrk="1" hangingPunct="1">
                        <a:defRPr sz="1800" b="1" kern="1200">
                          <a:solidFill>
                            <a:schemeClr val="lt1"/>
                          </a:solidFill>
                          <a:latin typeface="Calibri"/>
                        </a:defRPr>
                      </a:lvl6pPr>
                      <a:lvl7pPr marL="2743200" algn="l" defTabSz="914400" rtl="0" eaLnBrk="1" latinLnBrk="1" hangingPunct="1">
                        <a:defRPr sz="1800" b="1" kern="1200">
                          <a:solidFill>
                            <a:schemeClr val="lt1"/>
                          </a:solidFill>
                          <a:latin typeface="Calibri"/>
                        </a:defRPr>
                      </a:lvl7pPr>
                      <a:lvl8pPr marL="3200400" algn="l" defTabSz="914400" rtl="0" eaLnBrk="1" latinLnBrk="1" hangingPunct="1">
                        <a:defRPr sz="1800" b="1" kern="1200">
                          <a:solidFill>
                            <a:schemeClr val="lt1"/>
                          </a:solidFill>
                          <a:latin typeface="Calibri"/>
                        </a:defRPr>
                      </a:lvl8pPr>
                      <a:lvl9pPr marL="3657600" algn="l" defTabSz="914400" rtl="0" eaLnBrk="1" latinLnBrk="1" hangingPunct="1">
                        <a:defRPr sz="1800" b="1" kern="1200">
                          <a:solidFill>
                            <a:schemeClr val="lt1"/>
                          </a:solidFill>
                          <a:latin typeface="Calibri"/>
                        </a:defRPr>
                      </a:lvl9pPr>
                    </a:lstStyle>
                    <a:p>
                      <a:pPr marL="0" marR="0" indent="0" algn="ctr" defTabSz="914400" rtl="0" eaLnBrk="1" fontAlgn="ctr" latinLnBrk="0" hangingPunct="1">
                        <a:lnSpc>
                          <a:spcPct val="100000"/>
                        </a:lnSpc>
                        <a:spcBef>
                          <a:spcPts val="0"/>
                        </a:spcBef>
                        <a:spcAft>
                          <a:spcPts val="0"/>
                        </a:spcAft>
                        <a:buClrTx/>
                        <a:buSzTx/>
                        <a:buFontTx/>
                        <a:buNone/>
                        <a:tabLst/>
                        <a:defRPr/>
                      </a:pPr>
                      <a:r>
                        <a:rPr lang="ko-KR" altLang="en-US" sz="1000" b="1" kern="0" spc="-50" dirty="0">
                          <a:ln>
                            <a:solidFill>
                              <a:srgbClr val="000000">
                                <a:alpha val="0"/>
                              </a:srgbClr>
                            </a:solidFill>
                          </a:ln>
                          <a:solidFill>
                            <a:schemeClr val="bg1"/>
                          </a:solidFill>
                          <a:latin typeface="맑은 고딕" panose="020B0503020000020004" pitchFamily="50" charset="-127"/>
                          <a:ea typeface="맑은 고딕" pitchFamily="50" charset="-127"/>
                          <a:cs typeface="+mn-cs"/>
                        </a:rPr>
                        <a:t>협력사명</a:t>
                      </a:r>
                    </a:p>
                  </a:txBody>
                  <a:tcPr anchor="ctr">
                    <a:lnL w="6350" cap="flat" cmpd="sng" algn="ctr">
                      <a:solidFill>
                        <a:schemeClr val="tx2"/>
                      </a:solidFill>
                      <a:prstDash val="solid"/>
                      <a:round/>
                      <a:headEnd type="none" w="med" len="med"/>
                      <a:tailEnd type="none" w="med" len="med"/>
                    </a:lnL>
                    <a:lnR w="12700" cmpd="sng">
                      <a:solidFill>
                        <a:sysClr val="window" lastClr="FFFFFF"/>
                      </a:solidFill>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solidFill>
                      <a:srgbClr val="00338D"/>
                    </a:solidFill>
                  </a:tcPr>
                </a:tc>
                <a:tc>
                  <a:txBody>
                    <a:bodyPr/>
                    <a:lstStyle>
                      <a:lvl1pPr marL="0" algn="l" defTabSz="914400" rtl="0" eaLnBrk="1" latinLnBrk="1" hangingPunct="1">
                        <a:defRPr sz="1800" b="1" kern="1200">
                          <a:solidFill>
                            <a:schemeClr val="lt1"/>
                          </a:solidFill>
                          <a:latin typeface="Calibri"/>
                        </a:defRPr>
                      </a:lvl1pPr>
                      <a:lvl2pPr marL="457200" algn="l" defTabSz="914400" rtl="0" eaLnBrk="1" latinLnBrk="1" hangingPunct="1">
                        <a:defRPr sz="1800" b="1" kern="1200">
                          <a:solidFill>
                            <a:schemeClr val="lt1"/>
                          </a:solidFill>
                          <a:latin typeface="Calibri"/>
                        </a:defRPr>
                      </a:lvl2pPr>
                      <a:lvl3pPr marL="914400" algn="l" defTabSz="914400" rtl="0" eaLnBrk="1" latinLnBrk="1" hangingPunct="1">
                        <a:defRPr sz="1800" b="1" kern="1200">
                          <a:solidFill>
                            <a:schemeClr val="lt1"/>
                          </a:solidFill>
                          <a:latin typeface="Calibri"/>
                        </a:defRPr>
                      </a:lvl3pPr>
                      <a:lvl4pPr marL="1371600" algn="l" defTabSz="914400" rtl="0" eaLnBrk="1" latinLnBrk="1" hangingPunct="1">
                        <a:defRPr sz="1800" b="1" kern="1200">
                          <a:solidFill>
                            <a:schemeClr val="lt1"/>
                          </a:solidFill>
                          <a:latin typeface="Calibri"/>
                        </a:defRPr>
                      </a:lvl4pPr>
                      <a:lvl5pPr marL="1828800" algn="l" defTabSz="914400" rtl="0" eaLnBrk="1" latinLnBrk="1" hangingPunct="1">
                        <a:defRPr sz="1800" b="1" kern="1200">
                          <a:solidFill>
                            <a:schemeClr val="lt1"/>
                          </a:solidFill>
                          <a:latin typeface="Calibri"/>
                        </a:defRPr>
                      </a:lvl5pPr>
                      <a:lvl6pPr marL="2286000" algn="l" defTabSz="914400" rtl="0" eaLnBrk="1" latinLnBrk="1" hangingPunct="1">
                        <a:defRPr sz="1800" b="1" kern="1200">
                          <a:solidFill>
                            <a:schemeClr val="lt1"/>
                          </a:solidFill>
                          <a:latin typeface="Calibri"/>
                        </a:defRPr>
                      </a:lvl6pPr>
                      <a:lvl7pPr marL="2743200" algn="l" defTabSz="914400" rtl="0" eaLnBrk="1" latinLnBrk="1" hangingPunct="1">
                        <a:defRPr sz="1800" b="1" kern="1200">
                          <a:solidFill>
                            <a:schemeClr val="lt1"/>
                          </a:solidFill>
                          <a:latin typeface="Calibri"/>
                        </a:defRPr>
                      </a:lvl7pPr>
                      <a:lvl8pPr marL="3200400" algn="l" defTabSz="914400" rtl="0" eaLnBrk="1" latinLnBrk="1" hangingPunct="1">
                        <a:defRPr sz="1800" b="1" kern="1200">
                          <a:solidFill>
                            <a:schemeClr val="lt1"/>
                          </a:solidFill>
                          <a:latin typeface="Calibri"/>
                        </a:defRPr>
                      </a:lvl8pPr>
                      <a:lvl9pPr marL="3657600" algn="l" defTabSz="914400" rtl="0" eaLnBrk="1" latinLnBrk="1" hangingPunct="1">
                        <a:defRPr sz="1800" b="1" kern="1200">
                          <a:solidFill>
                            <a:schemeClr val="lt1"/>
                          </a:solidFill>
                          <a:latin typeface="Calibri"/>
                        </a:defRPr>
                      </a:lvl9pPr>
                    </a:lstStyle>
                    <a:p>
                      <a:pPr marL="0" marR="0" indent="0" algn="ctr" defTabSz="914400" rtl="0" eaLnBrk="1" fontAlgn="ctr" latinLnBrk="0" hangingPunct="1">
                        <a:lnSpc>
                          <a:spcPct val="100000"/>
                        </a:lnSpc>
                        <a:spcBef>
                          <a:spcPts val="0"/>
                        </a:spcBef>
                        <a:spcAft>
                          <a:spcPts val="0"/>
                        </a:spcAft>
                        <a:buClrTx/>
                        <a:buSzTx/>
                        <a:buFontTx/>
                        <a:buNone/>
                        <a:tabLst/>
                        <a:defRPr/>
                      </a:pPr>
                      <a:r>
                        <a:rPr lang="ko-KR" altLang="en-US" sz="1000" b="1" kern="0" spc="-50" dirty="0">
                          <a:ln>
                            <a:solidFill>
                              <a:srgbClr val="000000">
                                <a:alpha val="0"/>
                              </a:srgbClr>
                            </a:solidFill>
                          </a:ln>
                          <a:solidFill>
                            <a:schemeClr val="bg1"/>
                          </a:solidFill>
                          <a:latin typeface="맑은 고딕" panose="020B0503020000020004" pitchFamily="50" charset="-127"/>
                          <a:ea typeface="맑은 고딕" pitchFamily="50" charset="-127"/>
                          <a:cs typeface="+mn-cs"/>
                        </a:rPr>
                        <a:t>구매 </a:t>
                      </a:r>
                      <a:r>
                        <a:rPr lang="ko-KR" altLang="en-US" sz="1000" b="1" kern="0" spc="-50" dirty="0" err="1">
                          <a:ln>
                            <a:solidFill>
                              <a:srgbClr val="000000">
                                <a:alpha val="0"/>
                              </a:srgbClr>
                            </a:solidFill>
                          </a:ln>
                          <a:solidFill>
                            <a:schemeClr val="bg1"/>
                          </a:solidFill>
                          <a:latin typeface="맑은 고딕" panose="020B0503020000020004" pitchFamily="50" charset="-127"/>
                          <a:ea typeface="맑은 고딕" pitchFamily="50" charset="-127"/>
                          <a:cs typeface="+mn-cs"/>
                        </a:rPr>
                        <a:t>자재수</a:t>
                      </a:r>
                      <a:r>
                        <a:rPr lang="en-US" altLang="ko-KR" sz="1000" b="1" kern="0" spc="-50" dirty="0">
                          <a:ln>
                            <a:solidFill>
                              <a:srgbClr val="000000">
                                <a:alpha val="0"/>
                              </a:srgbClr>
                            </a:solidFill>
                          </a:ln>
                          <a:solidFill>
                            <a:schemeClr val="bg1"/>
                          </a:solidFill>
                          <a:latin typeface="맑은 고딕" panose="020B0503020000020004" pitchFamily="50" charset="-127"/>
                          <a:ea typeface="맑은 고딕" pitchFamily="50" charset="-127"/>
                          <a:cs typeface="+mn-cs"/>
                        </a:rPr>
                        <a:t>(</a:t>
                      </a:r>
                      <a:r>
                        <a:rPr lang="ko-KR" altLang="en-US" sz="1000" b="1" kern="0" spc="-50">
                          <a:ln>
                            <a:solidFill>
                              <a:srgbClr val="000000">
                                <a:alpha val="0"/>
                              </a:srgbClr>
                            </a:solidFill>
                          </a:ln>
                          <a:solidFill>
                            <a:schemeClr val="bg1"/>
                          </a:solidFill>
                          <a:latin typeface="맑은 고딕" panose="020B0503020000020004" pitchFamily="50" charset="-127"/>
                          <a:ea typeface="맑은 고딕" pitchFamily="50" charset="-127"/>
                          <a:cs typeface="+mn-cs"/>
                        </a:rPr>
                        <a:t>개</a:t>
                      </a:r>
                      <a:r>
                        <a:rPr lang="en-US" altLang="ko-KR" sz="1000" b="1" kern="0" spc="-50" dirty="0">
                          <a:ln>
                            <a:solidFill>
                              <a:srgbClr val="000000">
                                <a:alpha val="0"/>
                              </a:srgbClr>
                            </a:solidFill>
                          </a:ln>
                          <a:solidFill>
                            <a:schemeClr val="bg1"/>
                          </a:solidFill>
                          <a:latin typeface="맑은 고딕" panose="020B0503020000020004" pitchFamily="50" charset="-127"/>
                          <a:ea typeface="맑은 고딕" pitchFamily="50" charset="-127"/>
                          <a:cs typeface="+mn-cs"/>
                        </a:rPr>
                        <a:t>)</a:t>
                      </a:r>
                      <a:endParaRPr lang="ko-KR" altLang="en-US" sz="1000" b="1" kern="0" spc="-50" dirty="0">
                        <a:ln>
                          <a:solidFill>
                            <a:srgbClr val="000000">
                              <a:alpha val="0"/>
                            </a:srgbClr>
                          </a:solidFill>
                        </a:ln>
                        <a:solidFill>
                          <a:schemeClr val="bg1"/>
                        </a:solidFill>
                        <a:latin typeface="맑은 고딕" panose="020B0503020000020004" pitchFamily="50" charset="-127"/>
                        <a:ea typeface="맑은 고딕" pitchFamily="50" charset="-127"/>
                        <a:cs typeface="+mn-cs"/>
                      </a:endParaRPr>
                    </a:p>
                  </a:txBody>
                  <a:tcPr anchor="ctr">
                    <a:lnL w="12700" cmpd="sng">
                      <a:solidFill>
                        <a:sysClr val="window" lastClr="FFFFFF"/>
                      </a:solidFill>
                    </a:lnL>
                    <a:lnR w="12700" cap="flat" cmpd="sng" algn="ctr">
                      <a:solidFill>
                        <a:sysClr val="window" lastClr="FFFFFF"/>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solidFill>
                      <a:srgbClr val="00338D"/>
                    </a:solid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ko-KR" altLang="en-US" sz="1000" b="1" kern="0" spc="-50" dirty="0">
                          <a:ln>
                            <a:solidFill>
                              <a:srgbClr val="000000">
                                <a:alpha val="0"/>
                              </a:srgbClr>
                            </a:solidFill>
                          </a:ln>
                          <a:solidFill>
                            <a:schemeClr val="bg1"/>
                          </a:solidFill>
                          <a:latin typeface="맑은 고딕" panose="020B0503020000020004" pitchFamily="50" charset="-127"/>
                          <a:ea typeface="맑은 고딕" pitchFamily="50" charset="-127"/>
                          <a:cs typeface="+mn-cs"/>
                        </a:rPr>
                        <a:t>수취</a:t>
                      </a:r>
                      <a:r>
                        <a:rPr lang="en-US" altLang="ko-KR" sz="1000" b="1" kern="0" spc="-50" baseline="0" dirty="0">
                          <a:ln>
                            <a:solidFill>
                              <a:srgbClr val="000000">
                                <a:alpha val="0"/>
                              </a:srgbClr>
                            </a:solidFill>
                          </a:ln>
                          <a:solidFill>
                            <a:schemeClr val="bg1"/>
                          </a:solidFill>
                          <a:latin typeface="맑은 고딕" panose="020B0503020000020004" pitchFamily="50" charset="-127"/>
                          <a:ea typeface="맑은 고딕" pitchFamily="50" charset="-127"/>
                          <a:cs typeface="+mn-cs"/>
                        </a:rPr>
                        <a:t> </a:t>
                      </a:r>
                      <a:r>
                        <a:rPr lang="ko-KR" altLang="en-US" sz="1000" b="1" kern="0" spc="-50">
                          <a:ln>
                            <a:solidFill>
                              <a:srgbClr val="000000">
                                <a:alpha val="0"/>
                              </a:srgbClr>
                            </a:solidFill>
                          </a:ln>
                          <a:solidFill>
                            <a:schemeClr val="bg1"/>
                          </a:solidFill>
                          <a:latin typeface="맑은 고딕" panose="020B0503020000020004" pitchFamily="50" charset="-127"/>
                          <a:ea typeface="맑은 고딕" pitchFamily="50" charset="-127"/>
                          <a:cs typeface="+mn-cs"/>
                        </a:rPr>
                        <a:t>자재수</a:t>
                      </a:r>
                      <a:r>
                        <a:rPr lang="en-US" altLang="ko-KR" sz="1000" b="1" kern="0" spc="-50" dirty="0">
                          <a:ln>
                            <a:solidFill>
                              <a:srgbClr val="000000">
                                <a:alpha val="0"/>
                              </a:srgbClr>
                            </a:solidFill>
                          </a:ln>
                          <a:solidFill>
                            <a:schemeClr val="bg1"/>
                          </a:solidFill>
                          <a:latin typeface="맑은 고딕" panose="020B0503020000020004" pitchFamily="50" charset="-127"/>
                          <a:ea typeface="맑은 고딕" pitchFamily="50" charset="-127"/>
                          <a:cs typeface="+mn-cs"/>
                        </a:rPr>
                        <a:t>(</a:t>
                      </a:r>
                      <a:r>
                        <a:rPr lang="ko-KR" altLang="en-US" sz="1000" b="1" kern="0" spc="-50">
                          <a:ln>
                            <a:solidFill>
                              <a:srgbClr val="000000">
                                <a:alpha val="0"/>
                              </a:srgbClr>
                            </a:solidFill>
                          </a:ln>
                          <a:solidFill>
                            <a:schemeClr val="bg1"/>
                          </a:solidFill>
                          <a:latin typeface="맑은 고딕" panose="020B0503020000020004" pitchFamily="50" charset="-127"/>
                          <a:ea typeface="맑은 고딕" pitchFamily="50" charset="-127"/>
                          <a:cs typeface="+mn-cs"/>
                        </a:rPr>
                        <a:t>개</a:t>
                      </a:r>
                      <a:r>
                        <a:rPr lang="en-US" altLang="ko-KR" sz="1000" b="1" kern="0" spc="-50" dirty="0">
                          <a:ln>
                            <a:solidFill>
                              <a:srgbClr val="000000">
                                <a:alpha val="0"/>
                              </a:srgbClr>
                            </a:solidFill>
                          </a:ln>
                          <a:solidFill>
                            <a:schemeClr val="bg1"/>
                          </a:solidFill>
                          <a:latin typeface="맑은 고딕" panose="020B0503020000020004" pitchFamily="50" charset="-127"/>
                          <a:ea typeface="맑은 고딕" pitchFamily="50" charset="-127"/>
                          <a:cs typeface="+mn-cs"/>
                        </a:rPr>
                        <a:t>)</a:t>
                      </a:r>
                      <a:endParaRPr lang="ko-KR" altLang="en-US" sz="1000" b="1" kern="0" spc="-50" dirty="0">
                        <a:ln>
                          <a:solidFill>
                            <a:srgbClr val="000000">
                              <a:alpha val="0"/>
                            </a:srgbClr>
                          </a:solidFill>
                        </a:ln>
                        <a:solidFill>
                          <a:schemeClr val="bg1"/>
                        </a:solidFill>
                        <a:latin typeface="맑은 고딕" panose="020B0503020000020004" pitchFamily="50" charset="-127"/>
                        <a:ea typeface="맑은 고딕" pitchFamily="50" charset="-127"/>
                        <a:cs typeface="+mn-cs"/>
                      </a:endParaRPr>
                    </a:p>
                  </a:txBody>
                  <a:tcPr anchor="ctr">
                    <a:lnL w="12700" cmpd="sng">
                      <a:solidFill>
                        <a:sysClr val="window" lastClr="FFFFFF"/>
                      </a:solidFill>
                    </a:lnL>
                    <a:lnR w="12700" cap="flat" cmpd="sng" algn="ctr">
                      <a:solidFill>
                        <a:sysClr val="window" lastClr="FFFFFF"/>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solidFill>
                      <a:srgbClr val="00338D"/>
                    </a:solid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ko-KR" altLang="en-US" sz="1000" b="1" kern="0" spc="-50" dirty="0">
                          <a:ln>
                            <a:solidFill>
                              <a:srgbClr val="000000">
                                <a:alpha val="0"/>
                              </a:srgbClr>
                            </a:solidFill>
                          </a:ln>
                          <a:solidFill>
                            <a:schemeClr val="bg1"/>
                          </a:solidFill>
                          <a:latin typeface="맑은 고딕" panose="020B0503020000020004" pitchFamily="50" charset="-127"/>
                          <a:ea typeface="맑은 고딕" pitchFamily="50" charset="-127"/>
                          <a:cs typeface="+mn-cs"/>
                        </a:rPr>
                        <a:t>역내 수취 </a:t>
                      </a:r>
                      <a:r>
                        <a:rPr lang="ko-KR" altLang="en-US" sz="1000" b="1" kern="0" spc="-50" dirty="0" err="1">
                          <a:ln>
                            <a:solidFill>
                              <a:srgbClr val="000000">
                                <a:alpha val="0"/>
                              </a:srgbClr>
                            </a:solidFill>
                          </a:ln>
                          <a:solidFill>
                            <a:schemeClr val="bg1"/>
                          </a:solidFill>
                          <a:latin typeface="맑은 고딕" panose="020B0503020000020004" pitchFamily="50" charset="-127"/>
                          <a:ea typeface="맑은 고딕" pitchFamily="50" charset="-127"/>
                          <a:cs typeface="+mn-cs"/>
                        </a:rPr>
                        <a:t>자재수</a:t>
                      </a:r>
                      <a:r>
                        <a:rPr lang="en-US" altLang="ko-KR" sz="1000" b="1" kern="0" spc="-50" dirty="0">
                          <a:ln>
                            <a:solidFill>
                              <a:srgbClr val="000000">
                                <a:alpha val="0"/>
                              </a:srgbClr>
                            </a:solidFill>
                          </a:ln>
                          <a:solidFill>
                            <a:schemeClr val="bg1"/>
                          </a:solidFill>
                          <a:latin typeface="맑은 고딕" panose="020B0503020000020004" pitchFamily="50" charset="-127"/>
                          <a:ea typeface="맑은 고딕" pitchFamily="50" charset="-127"/>
                          <a:cs typeface="+mn-cs"/>
                        </a:rPr>
                        <a:t>(</a:t>
                      </a:r>
                      <a:r>
                        <a:rPr lang="ko-KR" altLang="en-US" sz="1000" b="1" kern="0" spc="-50">
                          <a:ln>
                            <a:solidFill>
                              <a:srgbClr val="000000">
                                <a:alpha val="0"/>
                              </a:srgbClr>
                            </a:solidFill>
                          </a:ln>
                          <a:solidFill>
                            <a:schemeClr val="bg1"/>
                          </a:solidFill>
                          <a:latin typeface="맑은 고딕" panose="020B0503020000020004" pitchFamily="50" charset="-127"/>
                          <a:ea typeface="맑은 고딕" pitchFamily="50" charset="-127"/>
                          <a:cs typeface="+mn-cs"/>
                        </a:rPr>
                        <a:t>개</a:t>
                      </a:r>
                      <a:r>
                        <a:rPr lang="en-US" altLang="ko-KR" sz="1000" b="1" kern="0" spc="-50" dirty="0">
                          <a:ln>
                            <a:solidFill>
                              <a:srgbClr val="000000">
                                <a:alpha val="0"/>
                              </a:srgbClr>
                            </a:solidFill>
                          </a:ln>
                          <a:solidFill>
                            <a:schemeClr val="bg1"/>
                          </a:solidFill>
                          <a:latin typeface="맑은 고딕" panose="020B0503020000020004" pitchFamily="50" charset="-127"/>
                          <a:ea typeface="맑은 고딕" pitchFamily="50" charset="-127"/>
                          <a:cs typeface="+mn-cs"/>
                        </a:rPr>
                        <a:t>)</a:t>
                      </a:r>
                      <a:endParaRPr lang="ko-KR" altLang="en-US" sz="1000" b="1" kern="0" spc="-50" dirty="0">
                        <a:ln>
                          <a:solidFill>
                            <a:srgbClr val="000000">
                              <a:alpha val="0"/>
                            </a:srgbClr>
                          </a:solidFill>
                        </a:ln>
                        <a:solidFill>
                          <a:schemeClr val="bg1"/>
                        </a:solidFill>
                        <a:latin typeface="맑은 고딕" panose="020B0503020000020004" pitchFamily="50" charset="-127"/>
                        <a:ea typeface="맑은 고딕" pitchFamily="50" charset="-127"/>
                        <a:cs typeface="+mn-cs"/>
                      </a:endParaRPr>
                    </a:p>
                  </a:txBody>
                  <a:tcPr anchor="ctr">
                    <a:lnL w="12700" cmpd="sng">
                      <a:solidFill>
                        <a:sysClr val="window" lastClr="FFFFFF"/>
                      </a:solidFill>
                    </a:lnL>
                    <a:lnR w="12700" cap="flat" cmpd="sng" algn="ctr">
                      <a:solidFill>
                        <a:sysClr val="window" lastClr="FFFFFF"/>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solidFill>
                      <a:srgbClr val="00338D"/>
                    </a:solid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ko-KR" altLang="en-US" sz="1000" b="1" kern="0" spc="-50" dirty="0">
                          <a:ln>
                            <a:solidFill>
                              <a:srgbClr val="000000">
                                <a:alpha val="0"/>
                              </a:srgbClr>
                            </a:solidFill>
                          </a:ln>
                          <a:solidFill>
                            <a:schemeClr val="bg1"/>
                          </a:solidFill>
                          <a:latin typeface="맑은 고딕" panose="020B0503020000020004" pitchFamily="50" charset="-127"/>
                          <a:ea typeface="맑은 고딕" pitchFamily="50" charset="-127"/>
                          <a:cs typeface="+mn-cs"/>
                        </a:rPr>
                        <a:t>비역내 수취</a:t>
                      </a:r>
                      <a:r>
                        <a:rPr lang="en-US" altLang="ko-KR" sz="1000" b="1" kern="0" spc="-50" baseline="0" dirty="0">
                          <a:ln>
                            <a:solidFill>
                              <a:srgbClr val="000000">
                                <a:alpha val="0"/>
                              </a:srgbClr>
                            </a:solidFill>
                          </a:ln>
                          <a:solidFill>
                            <a:schemeClr val="bg1"/>
                          </a:solidFill>
                          <a:latin typeface="맑은 고딕" panose="020B0503020000020004" pitchFamily="50" charset="-127"/>
                          <a:ea typeface="맑은 고딕" pitchFamily="50" charset="-127"/>
                          <a:cs typeface="+mn-cs"/>
                        </a:rPr>
                        <a:t> </a:t>
                      </a:r>
                      <a:r>
                        <a:rPr lang="ko-KR" altLang="en-US" sz="1000" b="1" kern="0" spc="-50" dirty="0" err="1">
                          <a:ln>
                            <a:solidFill>
                              <a:srgbClr val="000000">
                                <a:alpha val="0"/>
                              </a:srgbClr>
                            </a:solidFill>
                          </a:ln>
                          <a:solidFill>
                            <a:schemeClr val="bg1"/>
                          </a:solidFill>
                          <a:latin typeface="맑은 고딕" panose="020B0503020000020004" pitchFamily="50" charset="-127"/>
                          <a:ea typeface="맑은 고딕" pitchFamily="50" charset="-127"/>
                          <a:cs typeface="+mn-cs"/>
                        </a:rPr>
                        <a:t>자재수</a:t>
                      </a:r>
                      <a:r>
                        <a:rPr lang="en-US" altLang="ko-KR" sz="1000" b="1" kern="0" spc="-50" dirty="0">
                          <a:ln>
                            <a:solidFill>
                              <a:srgbClr val="000000">
                                <a:alpha val="0"/>
                              </a:srgbClr>
                            </a:solidFill>
                          </a:ln>
                          <a:solidFill>
                            <a:schemeClr val="bg1"/>
                          </a:solidFill>
                          <a:latin typeface="맑은 고딕" panose="020B0503020000020004" pitchFamily="50" charset="-127"/>
                          <a:ea typeface="맑은 고딕" pitchFamily="50" charset="-127"/>
                          <a:cs typeface="+mn-cs"/>
                        </a:rPr>
                        <a:t>(</a:t>
                      </a:r>
                      <a:r>
                        <a:rPr lang="ko-KR" altLang="en-US" sz="1000" b="1" kern="0" spc="-50" dirty="0">
                          <a:ln>
                            <a:solidFill>
                              <a:srgbClr val="000000">
                                <a:alpha val="0"/>
                              </a:srgbClr>
                            </a:solidFill>
                          </a:ln>
                          <a:solidFill>
                            <a:schemeClr val="bg1"/>
                          </a:solidFill>
                          <a:latin typeface="맑은 고딕" panose="020B0503020000020004" pitchFamily="50" charset="-127"/>
                          <a:ea typeface="맑은 고딕" pitchFamily="50" charset="-127"/>
                          <a:cs typeface="+mn-cs"/>
                        </a:rPr>
                        <a:t>개</a:t>
                      </a:r>
                      <a:r>
                        <a:rPr lang="en-US" altLang="ko-KR" sz="1000" b="1" kern="0" spc="-50" dirty="0">
                          <a:ln>
                            <a:solidFill>
                              <a:srgbClr val="000000">
                                <a:alpha val="0"/>
                              </a:srgbClr>
                            </a:solidFill>
                          </a:ln>
                          <a:solidFill>
                            <a:schemeClr val="bg1"/>
                          </a:solidFill>
                          <a:latin typeface="맑은 고딕" panose="020B0503020000020004" pitchFamily="50" charset="-127"/>
                          <a:ea typeface="맑은 고딕" pitchFamily="50" charset="-127"/>
                          <a:cs typeface="+mn-cs"/>
                        </a:rPr>
                        <a:t>)</a:t>
                      </a:r>
                      <a:endParaRPr lang="ko-KR" altLang="en-US" sz="1000" b="1" kern="0" spc="-50" dirty="0">
                        <a:ln>
                          <a:solidFill>
                            <a:srgbClr val="000000">
                              <a:alpha val="0"/>
                            </a:srgbClr>
                          </a:solidFill>
                        </a:ln>
                        <a:solidFill>
                          <a:schemeClr val="bg1"/>
                        </a:solidFill>
                        <a:latin typeface="맑은 고딕" panose="020B0503020000020004" pitchFamily="50" charset="-127"/>
                        <a:ea typeface="맑은 고딕" pitchFamily="50" charset="-127"/>
                        <a:cs typeface="+mn-cs"/>
                      </a:endParaRPr>
                    </a:p>
                  </a:txBody>
                  <a:tcPr anchor="ctr">
                    <a:lnL w="12700" cmpd="sng">
                      <a:solidFill>
                        <a:sysClr val="window" lastClr="FFFFFF"/>
                      </a:solidFill>
                    </a:lnL>
                    <a:lnR w="12700" cap="flat" cmpd="sng" algn="ctr">
                      <a:solidFill>
                        <a:sysClr val="window" lastClr="FFFFFF"/>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solidFill>
                      <a:srgbClr val="00338D"/>
                    </a:solid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ko-KR" altLang="en-US" sz="1000" b="1" kern="0" spc="-50" dirty="0" err="1">
                          <a:ln>
                            <a:solidFill>
                              <a:srgbClr val="000000">
                                <a:alpha val="0"/>
                              </a:srgbClr>
                            </a:solidFill>
                          </a:ln>
                          <a:solidFill>
                            <a:schemeClr val="bg1"/>
                          </a:solidFill>
                          <a:latin typeface="맑은 고딕" panose="020B0503020000020004" pitchFamily="50" charset="-127"/>
                          <a:ea typeface="맑은 고딕" pitchFamily="50" charset="-127"/>
                          <a:cs typeface="+mn-cs"/>
                        </a:rPr>
                        <a:t>미수취</a:t>
                      </a:r>
                      <a:r>
                        <a:rPr lang="en-US" altLang="ko-KR" sz="1000" b="1" kern="0" spc="-50" baseline="0" dirty="0">
                          <a:ln>
                            <a:solidFill>
                              <a:srgbClr val="000000">
                                <a:alpha val="0"/>
                              </a:srgbClr>
                            </a:solidFill>
                          </a:ln>
                          <a:solidFill>
                            <a:schemeClr val="bg1"/>
                          </a:solidFill>
                          <a:latin typeface="맑은 고딕" panose="020B0503020000020004" pitchFamily="50" charset="-127"/>
                          <a:ea typeface="맑은 고딕" pitchFamily="50" charset="-127"/>
                          <a:cs typeface="+mn-cs"/>
                        </a:rPr>
                        <a:t> </a:t>
                      </a:r>
                    </a:p>
                    <a:p>
                      <a:pPr marL="0" marR="0" indent="0" algn="ctr" defTabSz="914400" rtl="0" eaLnBrk="1" fontAlgn="ctr" latinLnBrk="0" hangingPunct="1">
                        <a:lnSpc>
                          <a:spcPct val="100000"/>
                        </a:lnSpc>
                        <a:spcBef>
                          <a:spcPts val="0"/>
                        </a:spcBef>
                        <a:spcAft>
                          <a:spcPts val="0"/>
                        </a:spcAft>
                        <a:buClrTx/>
                        <a:buSzTx/>
                        <a:buFontTx/>
                        <a:buNone/>
                        <a:tabLst/>
                        <a:defRPr/>
                      </a:pPr>
                      <a:r>
                        <a:rPr lang="ko-KR" altLang="en-US" sz="1000" b="1" kern="0" spc="-50" dirty="0" err="1">
                          <a:ln>
                            <a:solidFill>
                              <a:srgbClr val="000000">
                                <a:alpha val="0"/>
                              </a:srgbClr>
                            </a:solidFill>
                          </a:ln>
                          <a:solidFill>
                            <a:schemeClr val="bg1"/>
                          </a:solidFill>
                          <a:latin typeface="맑은 고딕" panose="020B0503020000020004" pitchFamily="50" charset="-127"/>
                          <a:ea typeface="맑은 고딕" pitchFamily="50" charset="-127"/>
                          <a:cs typeface="+mn-cs"/>
                        </a:rPr>
                        <a:t>자재수</a:t>
                      </a:r>
                      <a:r>
                        <a:rPr lang="en-US" altLang="ko-KR" sz="1000" b="1" kern="0" spc="-50" dirty="0">
                          <a:ln>
                            <a:solidFill>
                              <a:srgbClr val="000000">
                                <a:alpha val="0"/>
                              </a:srgbClr>
                            </a:solidFill>
                          </a:ln>
                          <a:solidFill>
                            <a:schemeClr val="bg1"/>
                          </a:solidFill>
                          <a:latin typeface="맑은 고딕" panose="020B0503020000020004" pitchFamily="50" charset="-127"/>
                          <a:ea typeface="맑은 고딕" pitchFamily="50" charset="-127"/>
                          <a:cs typeface="+mn-cs"/>
                        </a:rPr>
                        <a:t>(</a:t>
                      </a:r>
                      <a:r>
                        <a:rPr lang="ko-KR" altLang="en-US" sz="1000" b="1" kern="0" spc="-50" dirty="0">
                          <a:ln>
                            <a:solidFill>
                              <a:srgbClr val="000000">
                                <a:alpha val="0"/>
                              </a:srgbClr>
                            </a:solidFill>
                          </a:ln>
                          <a:solidFill>
                            <a:schemeClr val="bg1"/>
                          </a:solidFill>
                          <a:latin typeface="맑은 고딕" panose="020B0503020000020004" pitchFamily="50" charset="-127"/>
                          <a:ea typeface="맑은 고딕" pitchFamily="50" charset="-127"/>
                          <a:cs typeface="+mn-cs"/>
                        </a:rPr>
                        <a:t>개</a:t>
                      </a:r>
                      <a:r>
                        <a:rPr lang="en-US" altLang="ko-KR" sz="1000" b="1" kern="0" spc="-50" dirty="0">
                          <a:ln>
                            <a:solidFill>
                              <a:srgbClr val="000000">
                                <a:alpha val="0"/>
                              </a:srgbClr>
                            </a:solidFill>
                          </a:ln>
                          <a:solidFill>
                            <a:schemeClr val="bg1"/>
                          </a:solidFill>
                          <a:latin typeface="맑은 고딕" panose="020B0503020000020004" pitchFamily="50" charset="-127"/>
                          <a:ea typeface="맑은 고딕" pitchFamily="50" charset="-127"/>
                          <a:cs typeface="+mn-cs"/>
                        </a:rPr>
                        <a:t>)</a:t>
                      </a:r>
                      <a:endParaRPr lang="ko-KR" altLang="en-US" sz="1000" b="1" kern="0" spc="-50" dirty="0">
                        <a:ln>
                          <a:solidFill>
                            <a:srgbClr val="000000">
                              <a:alpha val="0"/>
                            </a:srgbClr>
                          </a:solidFill>
                        </a:ln>
                        <a:solidFill>
                          <a:schemeClr val="bg1"/>
                        </a:solidFill>
                        <a:latin typeface="맑은 고딕" panose="020B0503020000020004" pitchFamily="50" charset="-127"/>
                        <a:ea typeface="맑은 고딕" pitchFamily="50" charset="-127"/>
                        <a:cs typeface="+mn-cs"/>
                      </a:endParaRPr>
                    </a:p>
                  </a:txBody>
                  <a:tcPr anchor="ctr">
                    <a:lnL w="12700" cmpd="sng">
                      <a:solidFill>
                        <a:sysClr val="window" lastClr="FFFFFF"/>
                      </a:solidFill>
                    </a:lnL>
                    <a:lnR w="12700" cap="flat" cmpd="sng" algn="ctr">
                      <a:solidFill>
                        <a:sysClr val="window" lastClr="FFFFFF"/>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solidFill>
                      <a:srgbClr val="00338D"/>
                    </a:solid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ko-KR" altLang="en-US" sz="1000" b="1" kern="0" spc="-50">
                          <a:ln>
                            <a:solidFill>
                              <a:srgbClr val="000000">
                                <a:alpha val="0"/>
                              </a:srgbClr>
                            </a:solidFill>
                          </a:ln>
                          <a:solidFill>
                            <a:schemeClr val="bg1"/>
                          </a:solidFill>
                          <a:latin typeface="맑은 고딕" panose="020B0503020000020004" pitchFamily="50" charset="-127"/>
                          <a:ea typeface="맑은 고딕" pitchFamily="50" charset="-127"/>
                          <a:cs typeface="+mn-cs"/>
                        </a:rPr>
                        <a:t>수취율</a:t>
                      </a:r>
                      <a:r>
                        <a:rPr lang="en-US" altLang="ko-KR" sz="1000" b="1" kern="0" spc="-50" dirty="0">
                          <a:ln>
                            <a:solidFill>
                              <a:srgbClr val="000000">
                                <a:alpha val="0"/>
                              </a:srgbClr>
                            </a:solidFill>
                          </a:ln>
                          <a:solidFill>
                            <a:schemeClr val="bg1"/>
                          </a:solidFill>
                          <a:latin typeface="맑은 고딕" panose="020B0503020000020004" pitchFamily="50" charset="-127"/>
                          <a:ea typeface="맑은 고딕" pitchFamily="50" charset="-127"/>
                          <a:cs typeface="+mn-cs"/>
                        </a:rPr>
                        <a:t>(%)</a:t>
                      </a:r>
                      <a:endParaRPr lang="ko-KR" altLang="en-US" sz="1000" b="1" kern="0" spc="-50" dirty="0">
                        <a:ln>
                          <a:solidFill>
                            <a:srgbClr val="000000">
                              <a:alpha val="0"/>
                            </a:srgbClr>
                          </a:solidFill>
                        </a:ln>
                        <a:solidFill>
                          <a:schemeClr val="bg1"/>
                        </a:solidFill>
                        <a:latin typeface="맑은 고딕" panose="020B0503020000020004" pitchFamily="50" charset="-127"/>
                        <a:ea typeface="맑은 고딕" pitchFamily="50" charset="-127"/>
                        <a:cs typeface="+mn-cs"/>
                      </a:endParaRPr>
                    </a:p>
                  </a:txBody>
                  <a:tcPr anchor="ctr">
                    <a:lnL w="12700" cmpd="sng">
                      <a:solidFill>
                        <a:sysClr val="window" lastClr="FFFFFF"/>
                      </a:solidFill>
                    </a:lnL>
                    <a:lnR w="12700" cap="flat" cmpd="sng" algn="ctr">
                      <a:solidFill>
                        <a:sysClr val="window" lastClr="FFFFFF"/>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solidFill>
                      <a:srgbClr val="00338D"/>
                    </a:solid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ko-KR" altLang="en-US" sz="1000" b="1" kern="0" spc="-50" dirty="0">
                          <a:ln>
                            <a:solidFill>
                              <a:srgbClr val="000000">
                                <a:alpha val="0"/>
                              </a:srgbClr>
                            </a:solidFill>
                          </a:ln>
                          <a:solidFill>
                            <a:schemeClr val="bg1"/>
                          </a:solidFill>
                          <a:latin typeface="맑은 고딕" panose="020B0503020000020004" pitchFamily="50" charset="-127"/>
                          <a:ea typeface="맑은 고딕" pitchFamily="50" charset="-127"/>
                          <a:cs typeface="+mn-cs"/>
                        </a:rPr>
                        <a:t>구매금액</a:t>
                      </a:r>
                      <a:r>
                        <a:rPr lang="en-US" altLang="ko-KR" sz="1000" b="1" kern="0" spc="-50" dirty="0">
                          <a:ln>
                            <a:solidFill>
                              <a:srgbClr val="000000">
                                <a:alpha val="0"/>
                              </a:srgbClr>
                            </a:solidFill>
                          </a:ln>
                          <a:solidFill>
                            <a:schemeClr val="bg1"/>
                          </a:solidFill>
                          <a:latin typeface="맑은 고딕" panose="020B0503020000020004" pitchFamily="50" charset="-127"/>
                          <a:ea typeface="맑은 고딕" pitchFamily="50" charset="-127"/>
                          <a:cs typeface="+mn-cs"/>
                        </a:rPr>
                        <a:t>(</a:t>
                      </a:r>
                      <a:r>
                        <a:rPr lang="ko-KR" altLang="en-US" sz="1000" b="1" kern="0" spc="-50">
                          <a:ln>
                            <a:solidFill>
                              <a:srgbClr val="000000">
                                <a:alpha val="0"/>
                              </a:srgbClr>
                            </a:solidFill>
                          </a:ln>
                          <a:solidFill>
                            <a:schemeClr val="bg1"/>
                          </a:solidFill>
                          <a:latin typeface="맑은 고딕" panose="020B0503020000020004" pitchFamily="50" charset="-127"/>
                          <a:ea typeface="맑은 고딕" pitchFamily="50" charset="-127"/>
                          <a:cs typeface="+mn-cs"/>
                        </a:rPr>
                        <a:t>원</a:t>
                      </a:r>
                      <a:r>
                        <a:rPr lang="en-US" altLang="ko-KR" sz="1000" b="1" kern="0" spc="-50" dirty="0">
                          <a:ln>
                            <a:solidFill>
                              <a:srgbClr val="000000">
                                <a:alpha val="0"/>
                              </a:srgbClr>
                            </a:solidFill>
                          </a:ln>
                          <a:solidFill>
                            <a:schemeClr val="bg1"/>
                          </a:solidFill>
                          <a:latin typeface="맑은 고딕" panose="020B0503020000020004" pitchFamily="50" charset="-127"/>
                          <a:ea typeface="맑은 고딕" pitchFamily="50" charset="-127"/>
                          <a:cs typeface="+mn-cs"/>
                        </a:rPr>
                        <a:t>)</a:t>
                      </a:r>
                      <a:endParaRPr lang="ko-KR" altLang="en-US" sz="1000" b="1" kern="0" spc="-50" dirty="0">
                        <a:ln>
                          <a:solidFill>
                            <a:srgbClr val="000000">
                              <a:alpha val="0"/>
                            </a:srgbClr>
                          </a:solidFill>
                        </a:ln>
                        <a:solidFill>
                          <a:schemeClr val="bg1"/>
                        </a:solidFill>
                        <a:latin typeface="맑은 고딕" panose="020B0503020000020004" pitchFamily="50" charset="-127"/>
                        <a:ea typeface="맑은 고딕" pitchFamily="50" charset="-127"/>
                        <a:cs typeface="+mn-cs"/>
                      </a:endParaRPr>
                    </a:p>
                  </a:txBody>
                  <a:tcPr anchor="ctr">
                    <a:lnL w="12700" cmpd="sng">
                      <a:solidFill>
                        <a:sysClr val="window" lastClr="FFFFFF"/>
                      </a:solidFill>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solidFill>
                      <a:srgbClr val="00338D"/>
                    </a:solidFill>
                  </a:tcPr>
                </a:tc>
                <a:extLst>
                  <a:ext uri="{0D108BD9-81ED-4DB2-BD59-A6C34878D82A}">
                    <a16:rowId xmlns:a16="http://schemas.microsoft.com/office/drawing/2014/main" val="10000"/>
                  </a:ext>
                </a:extLst>
              </a:tr>
              <a:tr h="251408">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ko-KR" altLang="en-US" sz="1000" b="0" kern="0" spc="-50" dirty="0">
                          <a:ln>
                            <a:solidFill>
                              <a:srgbClr val="000000">
                                <a:alpha val="0"/>
                              </a:srgbClr>
                            </a:solidFill>
                          </a:ln>
                          <a:solidFill>
                            <a:srgbClr val="00338D"/>
                          </a:solidFill>
                          <a:latin typeface="맑은 고딕" panose="020B0503020000020004" pitchFamily="50" charset="-127"/>
                          <a:ea typeface="맑은 고딕" pitchFamily="50" charset="-127"/>
                          <a:cs typeface="+mn-cs"/>
                        </a:rPr>
                        <a:t>현대모비스(주)진천</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341</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5</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5</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0</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336</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1.47</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41,020,813,180</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1"/>
                  </a:ext>
                </a:extLst>
              </a:tr>
              <a:tr h="251408">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ko-KR" altLang="en-US"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현대모비스(주)포승</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25</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2</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2</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0</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23</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8</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10,152,062,620</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817737961"/>
                  </a:ext>
                </a:extLst>
              </a:tr>
              <a:tr h="251408">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ko-KR" altLang="en-US"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현대자동차주식회사</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61</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0</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0</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0</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61</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0</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8,567,027,667</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612700018"/>
                  </a:ext>
                </a:extLst>
              </a:tr>
              <a:tr h="251408">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ko-KR" altLang="en-US"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(주)경신</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397</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284</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33</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251</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113</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71.54</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7,414,043,467</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2"/>
                  </a:ext>
                </a:extLst>
              </a:tr>
              <a:tr h="251408">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한온시스템(주)</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100</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66</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2</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64</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34</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66</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7,394,339,186</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3"/>
                  </a:ext>
                </a:extLst>
              </a:tr>
              <a:tr h="251408">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(주)두원공조</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115</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115</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3</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112</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0</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100</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5,420,369,432</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4"/>
                  </a:ext>
                </a:extLst>
              </a:tr>
              <a:tr h="251408">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ko-KR" altLang="en-US"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아우모비오일렉트로</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46</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14</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0</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14</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32</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30.43</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4,776,689,461</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5"/>
                  </a:ext>
                </a:extLst>
              </a:tr>
              <a:tr h="251408">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(주)유라코퍼레이션</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576</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561</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3</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558</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15</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97.4</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4,551,250,811</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6"/>
                  </a:ext>
                </a:extLst>
              </a:tr>
              <a:tr h="251408">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ko-KR" altLang="en-US"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피유테크(주)</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431</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429</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429</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0</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2</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99.54</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3,755,621,526</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7"/>
                  </a:ext>
                </a:extLst>
              </a:tr>
              <a:tr h="251408">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(주)모베이스전자</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144</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136</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109</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27</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8</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94.44</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3,312,746,080</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8"/>
                  </a:ext>
                </a:extLst>
              </a:tr>
              <a:tr h="251408">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(주)세지솔로텍</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486</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484</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0</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484</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2</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99.59</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2,575,750,558</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9"/>
                  </a:ext>
                </a:extLst>
              </a:tr>
              <a:tr h="251408">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ko-KR" altLang="en-US"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덴소코리아주식회사</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13</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9</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1</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8</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4</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69.23</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2,540,376,572</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10"/>
                  </a:ext>
                </a:extLst>
              </a:tr>
              <a:tr h="251408">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ko-KR" altLang="en-US"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(주)유성</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179</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150</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150</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0</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29</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83.8</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1,791,039,043</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11"/>
                  </a:ext>
                </a:extLst>
              </a:tr>
              <a:tr h="251408">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엘에스오토모티브테크놀로지스</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155</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104</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5</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99</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51</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67.1</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1,775,756,613</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12"/>
                  </a:ext>
                </a:extLst>
              </a:tr>
              <a:tr h="251408">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ko-KR" altLang="en-US"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(주)세원정공</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25</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25</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0</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25</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0</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100</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1,737,046,947</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77669834"/>
                  </a:ext>
                </a:extLst>
              </a:tr>
              <a:tr h="251408">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ko-KR" altLang="en-US"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에이치엘만도주식회</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14</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8</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0</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8</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6</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57.14</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1,727,814,196</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597630187"/>
                  </a:ext>
                </a:extLst>
              </a:tr>
              <a:tr h="251408">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오토리브유한회사</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13</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4</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4</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0</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dirty="0">
                          <a:ln>
                            <a:solidFill>
                              <a:srgbClr val="000000">
                                <a:alpha val="0"/>
                              </a:srgbClr>
                            </a:solidFill>
                          </a:ln>
                          <a:solidFill>
                            <a:srgbClr val="00338D"/>
                          </a:solidFill>
                          <a:latin typeface="맑은 고딕" panose="020B0503020000020004" pitchFamily="50" charset="-127"/>
                          <a:ea typeface="맑은 고딕" pitchFamily="50" charset="-127"/>
                          <a:cs typeface="+mn-cs"/>
                        </a:rPr>
                        <a:t>9</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30.77</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dirty="0">
                          <a:ln>
                            <a:solidFill>
                              <a:srgbClr val="000000">
                                <a:alpha val="0"/>
                              </a:srgbClr>
                            </a:solidFill>
                          </a:ln>
                          <a:solidFill>
                            <a:srgbClr val="00338D"/>
                          </a:solidFill>
                          <a:latin typeface="맑은 고딕" panose="020B0503020000020004" pitchFamily="50" charset="-127"/>
                          <a:ea typeface="맑은 고딕" pitchFamily="50" charset="-127"/>
                          <a:cs typeface="+mn-cs"/>
                        </a:rPr>
                        <a:t>1,671,654,749</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096571084"/>
                  </a:ext>
                </a:extLst>
              </a:tr>
            </a:tbl>
          </a:graphicData>
        </a:graphic>
      </p:graphicFrame>
      <p:sp>
        <p:nvSpPr>
          <p:cNvPr id="5" name="Text Placeholder 1"/>
          <p:cNvSpPr>
            <a:spLocks noGrp="1"/>
          </p:cNvSpPr>
          <p:nvPr>
            <p:ph type="body" sz="quarter" idx="4294967295"/>
          </p:nvPr>
        </p:nvSpPr>
        <p:spPr>
          <a:xfrm>
            <a:off x="324221" y="1119083"/>
            <a:ext cx="8569325" cy="674688"/>
          </a:xfrm>
          <a:prstGeom prst="rect">
            <a:avLst/>
          </a:prstGeom>
        </p:spPr>
        <p:txBody>
          <a:bodyPr vert="horz" lIns="0" tIns="0" rIns="0" bIns="0" rtlCol="0" anchor="t" anchorCtr="0">
            <a:noAutofit/>
          </a:bodyPr>
          <a:lstStyle/>
          <a:p>
            <a:pPr eaLnBrk="0" hangingPunct="0">
              <a:spcBef>
                <a:spcPct val="20000"/>
              </a:spcBef>
            </a:pPr>
            <a:r>
              <a:rPr lang="ko-KR" altLang="en-US" sz="1200" kern="0" spc="-50" dirty="0">
                <a:ln>
                  <a:solidFill>
                    <a:srgbClr val="000000">
                      <a:alpha val="0"/>
                    </a:srgbClr>
                  </a:solidFill>
                </a:ln>
                <a:solidFill>
                  <a:srgbClr val="00338D"/>
                </a:solidFill>
                <a:latin typeface="맑은 고딕" panose="020B0503020000020004" pitchFamily="50" charset="-127"/>
                <a:ea typeface="맑은 고딕" pitchFamily="50" charset="-127"/>
              </a:rPr>
              <a:t>협력사별 원산지확인서 수취 현황은 아래와 같습니다</a:t>
            </a:r>
            <a:r>
              <a:rPr lang="en-US" altLang="ko-KR" sz="1200" kern="0" spc="-50" dirty="0">
                <a:ln>
                  <a:solidFill>
                    <a:srgbClr val="000000">
                      <a:alpha val="0"/>
                    </a:srgbClr>
                  </a:solidFill>
                </a:ln>
                <a:solidFill>
                  <a:srgbClr val="00338D"/>
                </a:solidFill>
                <a:latin typeface="맑은 고딕" panose="020B0503020000020004" pitchFamily="50" charset="-127"/>
                <a:ea typeface="맑은 고딕" pitchFamily="50" charset="-127"/>
              </a:rPr>
              <a:t>. (</a:t>
            </a:r>
            <a:r>
              <a:rPr lang="ko-KR" altLang="en-US" sz="1200" kern="0" spc="-50" dirty="0">
                <a:ln>
                  <a:solidFill>
                    <a:srgbClr val="000000">
                      <a:alpha val="0"/>
                    </a:srgbClr>
                  </a:solidFill>
                </a:ln>
                <a:solidFill>
                  <a:srgbClr val="00338D"/>
                </a:solidFill>
                <a:latin typeface="맑은 고딕" panose="020B0503020000020004" pitchFamily="50" charset="-127"/>
                <a:ea typeface="맑은 고딕" pitchFamily="50" charset="-127"/>
              </a:rPr>
              <a:t>상위 </a:t>
            </a:r>
            <a:r>
              <a:rPr lang="en-US" altLang="ko-KR" sz="1200" kern="0" spc="-50" dirty="0">
                <a:ln>
                  <a:solidFill>
                    <a:srgbClr val="000000">
                      <a:alpha val="0"/>
                    </a:srgbClr>
                  </a:solidFill>
                </a:ln>
                <a:solidFill>
                  <a:srgbClr val="00338D"/>
                </a:solidFill>
                <a:latin typeface="맑은 고딕" panose="020B0503020000020004" pitchFamily="50" charset="-127"/>
                <a:ea typeface="맑은 고딕" pitchFamily="50" charset="-127"/>
              </a:rPr>
              <a:t>17</a:t>
            </a:r>
            <a:r>
              <a:rPr lang="ko-KR" altLang="en-US" sz="1200" kern="0" spc="-50" dirty="0">
                <a:ln>
                  <a:solidFill>
                    <a:srgbClr val="000000">
                      <a:alpha val="0"/>
                    </a:srgbClr>
                  </a:solidFill>
                </a:ln>
                <a:solidFill>
                  <a:srgbClr val="00338D"/>
                </a:solidFill>
                <a:latin typeface="맑은 고딕" panose="020B0503020000020004" pitchFamily="50" charset="-127"/>
                <a:ea typeface="맑은 고딕" pitchFamily="50" charset="-127"/>
              </a:rPr>
              <a:t>개 협력사</a:t>
            </a:r>
            <a:r>
              <a:rPr lang="en-US" altLang="ko-KR" sz="1200" kern="0" spc="-50" dirty="0">
                <a:ln>
                  <a:solidFill>
                    <a:srgbClr val="000000">
                      <a:alpha val="0"/>
                    </a:srgbClr>
                  </a:solidFill>
                </a:ln>
                <a:solidFill>
                  <a:srgbClr val="00338D"/>
                </a:solidFill>
                <a:latin typeface="맑은 고딕" panose="020B0503020000020004" pitchFamily="50" charset="-127"/>
                <a:ea typeface="맑은 고딕" pitchFamily="50" charset="-127"/>
              </a:rPr>
              <a:t>)</a:t>
            </a:r>
          </a:p>
        </p:txBody>
      </p:sp>
      <p:sp>
        <p:nvSpPr>
          <p:cNvPr id="6" name="Title 1"/>
          <p:cNvSpPr txBox="1">
            <a:spLocks/>
          </p:cNvSpPr>
          <p:nvPr/>
        </p:nvSpPr>
        <p:spPr>
          <a:xfrm>
            <a:off x="815271" y="739775"/>
            <a:ext cx="7823200" cy="390740"/>
          </a:xfrm>
          <a:prstGeom prst="rect">
            <a:avLst/>
          </a:prstGeom>
        </p:spPr>
        <p:txBody>
          <a:bodyPr vert="horz" lIns="0" tIns="0" rIns="0" bIns="0" rtlCol="0" anchor="ctr" anchorCtr="0">
            <a:noAutofit/>
          </a:bodyPr>
          <a:lstStyle>
            <a:lvl1pPr algn="l" defTabSz="914400" rtl="0" eaLnBrk="1" latinLnBrk="1" hangingPunct="1">
              <a:lnSpc>
                <a:spcPct val="70000"/>
              </a:lnSpc>
              <a:spcBef>
                <a:spcPct val="0"/>
              </a:spcBef>
              <a:buNone/>
              <a:defRPr sz="5400" kern="1200">
                <a:solidFill>
                  <a:schemeClr val="tx2"/>
                </a:solidFill>
                <a:latin typeface="+mj-lt"/>
                <a:ea typeface="+mj-ea"/>
                <a:cs typeface="+mj-cs"/>
              </a:defRPr>
            </a:lvl1pPr>
          </a:lstStyle>
          <a:p>
            <a:pPr>
              <a:defRPr/>
            </a:pPr>
            <a:r>
              <a:rPr lang="en-US" altLang="ko-KR" sz="1400" b="1" kern="0" spc="-50" dirty="0">
                <a:ln>
                  <a:solidFill>
                    <a:srgbClr val="000000">
                      <a:alpha val="0"/>
                    </a:srgbClr>
                  </a:solidFill>
                </a:ln>
                <a:solidFill>
                  <a:srgbClr val="00338D"/>
                </a:solidFill>
                <a:latin typeface="맑은 고딕" panose="020B0503020000020004" pitchFamily="50" charset="-127"/>
                <a:ea typeface="맑은 고딕" pitchFamily="50" charset="-127"/>
                <a:cs typeface="+mn-cs"/>
              </a:rPr>
              <a:t>1. </a:t>
            </a:r>
            <a:r>
              <a:rPr lang="ko-KR" altLang="en-US" sz="1400" b="1"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협력사별 원산지확인서 수취 현황</a:t>
            </a:r>
            <a:endParaRPr lang="en-US" altLang="ko-KR" sz="1400" b="1" kern="0" spc="-50" dirty="0">
              <a:ln>
                <a:solidFill>
                  <a:srgbClr val="000000">
                    <a:alpha val="0"/>
                  </a:srgbClr>
                </a:solidFill>
              </a:ln>
              <a:solidFill>
                <a:srgbClr val="00338D"/>
              </a:solidFill>
              <a:latin typeface="맑은 고딕" panose="020B0503020000020004" pitchFamily="50" charset="-127"/>
              <a:ea typeface="맑은 고딕" pitchFamily="50" charset="-127"/>
              <a:cs typeface="+mn-cs"/>
            </a:endParaRPr>
          </a:p>
        </p:txBody>
      </p:sp>
    </p:spTree>
    <p:extLst>
      <p:ext uri="{BB962C8B-B14F-4D97-AF65-F5344CB8AC3E}">
        <p14:creationId xmlns:p14="http://schemas.microsoft.com/office/powerpoint/2010/main" val="10044804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 Placeholder 1"/>
          <p:cNvSpPr>
            <a:spLocks noGrp="1"/>
          </p:cNvSpPr>
          <p:nvPr>
            <p:ph type="body" sz="quarter" idx="4294967295"/>
          </p:nvPr>
        </p:nvSpPr>
        <p:spPr>
          <a:xfrm>
            <a:off x="324221" y="1119083"/>
            <a:ext cx="8569325" cy="674688"/>
          </a:xfrm>
          <a:prstGeom prst="rect">
            <a:avLst/>
          </a:prstGeom>
        </p:spPr>
        <p:txBody>
          <a:bodyPr vert="horz" lIns="0" tIns="0" rIns="0" bIns="0" rtlCol="0" anchor="t" anchorCtr="0">
            <a:noAutofit/>
          </a:bodyPr>
          <a:lstStyle/>
          <a:p>
            <a:pPr eaLnBrk="0" hangingPunct="0">
              <a:spcBef>
                <a:spcPct val="20000"/>
              </a:spcBef>
            </a:pPr>
            <a:r>
              <a:rPr lang="ko-KR" altLang="en-US" sz="1200" kern="0" spc="-50" dirty="0">
                <a:ln>
                  <a:solidFill>
                    <a:srgbClr val="000000">
                      <a:alpha val="0"/>
                    </a:srgbClr>
                  </a:solidFill>
                </a:ln>
                <a:solidFill>
                  <a:srgbClr val="00338D"/>
                </a:solidFill>
                <a:latin typeface="맑은 고딕" panose="020B0503020000020004" pitchFamily="50" charset="-127"/>
                <a:ea typeface="맑은 고딕" pitchFamily="50" charset="-127"/>
              </a:rPr>
              <a:t>협력사별 원산지확인서 수취 또는 미수취한 자재 리스트는 아래와 같습니다</a:t>
            </a:r>
            <a:r>
              <a:rPr lang="en-US" altLang="ko-KR" sz="1200" kern="0" spc="-50" dirty="0">
                <a:ln>
                  <a:solidFill>
                    <a:srgbClr val="000000">
                      <a:alpha val="0"/>
                    </a:srgbClr>
                  </a:solidFill>
                </a:ln>
                <a:solidFill>
                  <a:srgbClr val="00338D"/>
                </a:solidFill>
                <a:latin typeface="맑은 고딕" panose="020B0503020000020004" pitchFamily="50" charset="-127"/>
                <a:ea typeface="맑은 고딕" pitchFamily="50" charset="-127"/>
              </a:rPr>
              <a:t>. (</a:t>
            </a:r>
            <a:r>
              <a:rPr lang="ko-KR" altLang="en-US" sz="1200" kern="0" spc="-50" dirty="0">
                <a:ln>
                  <a:solidFill>
                    <a:srgbClr val="000000">
                      <a:alpha val="0"/>
                    </a:srgbClr>
                  </a:solidFill>
                </a:ln>
                <a:solidFill>
                  <a:srgbClr val="00338D"/>
                </a:solidFill>
                <a:latin typeface="맑은 고딕" panose="020B0503020000020004" pitchFamily="50" charset="-127"/>
                <a:ea typeface="맑은 고딕" pitchFamily="50" charset="-127"/>
              </a:rPr>
              <a:t>구매금액 상위 </a:t>
            </a:r>
            <a:r>
              <a:rPr lang="en-US" altLang="ko-KR" sz="1200" kern="0" spc="-50" dirty="0">
                <a:ln>
                  <a:solidFill>
                    <a:srgbClr val="000000">
                      <a:alpha val="0"/>
                    </a:srgbClr>
                  </a:solidFill>
                </a:ln>
                <a:solidFill>
                  <a:srgbClr val="00338D"/>
                </a:solidFill>
                <a:latin typeface="맑은 고딕" panose="020B0503020000020004" pitchFamily="50" charset="-127"/>
                <a:ea typeface="맑은 고딕" pitchFamily="50" charset="-127"/>
              </a:rPr>
              <a:t>17</a:t>
            </a:r>
            <a:r>
              <a:rPr lang="ko-KR" altLang="en-US" sz="1200" kern="0" spc="-50" dirty="0">
                <a:ln>
                  <a:solidFill>
                    <a:srgbClr val="000000">
                      <a:alpha val="0"/>
                    </a:srgbClr>
                  </a:solidFill>
                </a:ln>
                <a:solidFill>
                  <a:srgbClr val="00338D"/>
                </a:solidFill>
                <a:latin typeface="맑은 고딕" panose="020B0503020000020004" pitchFamily="50" charset="-127"/>
                <a:ea typeface="맑은 고딕" pitchFamily="50" charset="-127"/>
              </a:rPr>
              <a:t>개</a:t>
            </a:r>
            <a:r>
              <a:rPr lang="en-US" altLang="ko-KR" sz="1200" kern="0" spc="-50" dirty="0">
                <a:ln>
                  <a:solidFill>
                    <a:srgbClr val="000000">
                      <a:alpha val="0"/>
                    </a:srgbClr>
                  </a:solidFill>
                </a:ln>
                <a:solidFill>
                  <a:srgbClr val="00338D"/>
                </a:solidFill>
                <a:latin typeface="맑은 고딕" panose="020B0503020000020004" pitchFamily="50" charset="-127"/>
                <a:ea typeface="맑은 고딕" pitchFamily="50" charset="-127"/>
              </a:rPr>
              <a:t>) </a:t>
            </a:r>
          </a:p>
        </p:txBody>
      </p:sp>
      <p:sp>
        <p:nvSpPr>
          <p:cNvPr id="7" name="Title 1"/>
          <p:cNvSpPr txBox="1">
            <a:spLocks/>
          </p:cNvSpPr>
          <p:nvPr/>
        </p:nvSpPr>
        <p:spPr>
          <a:xfrm>
            <a:off x="624292" y="406361"/>
            <a:ext cx="7823200" cy="390740"/>
          </a:xfrm>
          <a:prstGeom prst="rect">
            <a:avLst/>
          </a:prstGeom>
        </p:spPr>
        <p:txBody>
          <a:bodyPr vert="horz" lIns="0" tIns="0" rIns="0" bIns="0" rtlCol="0" anchor="ctr" anchorCtr="0">
            <a:noAutofit/>
          </a:bodyPr>
          <a:lstStyle>
            <a:lvl1pPr algn="l" defTabSz="914400" rtl="0" eaLnBrk="1" latinLnBrk="1" hangingPunct="1">
              <a:lnSpc>
                <a:spcPct val="70000"/>
              </a:lnSpc>
              <a:spcBef>
                <a:spcPct val="0"/>
              </a:spcBef>
              <a:buNone/>
              <a:defRPr sz="5400" kern="1200">
                <a:solidFill>
                  <a:schemeClr val="tx2"/>
                </a:solidFill>
                <a:latin typeface="+mj-lt"/>
                <a:ea typeface="+mj-ea"/>
                <a:cs typeface="+mj-cs"/>
              </a:defRPr>
            </a:lvl1pPr>
          </a:lstStyle>
          <a:p>
            <a:pPr>
              <a:defRPr/>
            </a:pPr>
            <a:r>
              <a:rPr lang="en-US" altLang="ko-KR" sz="2000" b="1" dirty="0">
                <a:solidFill>
                  <a:srgbClr val="00338D"/>
                </a:solidFill>
                <a:latin typeface="맑은 고딕" panose="020B0503020000020004" pitchFamily="50" charset="-127"/>
                <a:ea typeface="맑은 고딕" panose="020B0503020000020004" pitchFamily="50" charset="-127"/>
              </a:rPr>
              <a:t>II. </a:t>
            </a:r>
            <a:r>
              <a:rPr lang="ko-KR" altLang="en-US" sz="2000" b="1" kern="0" spc="-50" dirty="0">
                <a:ln>
                  <a:solidFill>
                    <a:srgbClr val="000000">
                      <a:alpha val="0"/>
                    </a:srgbClr>
                  </a:solidFill>
                </a:ln>
                <a:solidFill>
                  <a:srgbClr val="00338D"/>
                </a:solidFill>
                <a:latin typeface="맑은 고딕" panose="020B0503020000020004" pitchFamily="50" charset="-127"/>
                <a:ea typeface="맑은 고딕" pitchFamily="50" charset="-127"/>
                <a:cs typeface="+mn-cs"/>
              </a:rPr>
              <a:t>원산지확인서 수취 현황</a:t>
            </a:r>
            <a:endParaRPr lang="en-US" altLang="ko-KR" sz="2000" b="1" kern="0" spc="-50" dirty="0">
              <a:ln>
                <a:solidFill>
                  <a:srgbClr val="000000">
                    <a:alpha val="0"/>
                  </a:srgbClr>
                </a:solidFill>
              </a:ln>
              <a:solidFill>
                <a:srgbClr val="00338D"/>
              </a:solidFill>
              <a:latin typeface="맑은 고딕" panose="020B0503020000020004" pitchFamily="50" charset="-127"/>
              <a:ea typeface="맑은 고딕" pitchFamily="50" charset="-127"/>
              <a:cs typeface="+mn-cs"/>
            </a:endParaRPr>
          </a:p>
        </p:txBody>
      </p:sp>
      <p:sp>
        <p:nvSpPr>
          <p:cNvPr id="8" name="Title 1"/>
          <p:cNvSpPr txBox="1">
            <a:spLocks/>
          </p:cNvSpPr>
          <p:nvPr/>
        </p:nvSpPr>
        <p:spPr>
          <a:xfrm>
            <a:off x="815271" y="739775"/>
            <a:ext cx="7823200" cy="390740"/>
          </a:xfrm>
          <a:prstGeom prst="rect">
            <a:avLst/>
          </a:prstGeom>
        </p:spPr>
        <p:txBody>
          <a:bodyPr vert="horz" lIns="0" tIns="0" rIns="0" bIns="0" rtlCol="0" anchor="ctr" anchorCtr="0">
            <a:noAutofit/>
          </a:bodyPr>
          <a:lstStyle>
            <a:lvl1pPr algn="l" defTabSz="914400" rtl="0" eaLnBrk="1" latinLnBrk="1" hangingPunct="1">
              <a:lnSpc>
                <a:spcPct val="70000"/>
              </a:lnSpc>
              <a:spcBef>
                <a:spcPct val="0"/>
              </a:spcBef>
              <a:buNone/>
              <a:defRPr sz="5400" kern="1200">
                <a:solidFill>
                  <a:schemeClr val="tx2"/>
                </a:solidFill>
                <a:latin typeface="+mj-lt"/>
                <a:ea typeface="+mj-ea"/>
                <a:cs typeface="+mj-cs"/>
              </a:defRPr>
            </a:lvl1pPr>
          </a:lstStyle>
          <a:p>
            <a:pPr>
              <a:defRPr/>
            </a:pPr>
            <a:r>
              <a:rPr lang="en-US" altLang="ko-KR" sz="1400" b="1" kern="0" spc="-50" dirty="0">
                <a:ln>
                  <a:solidFill>
                    <a:srgbClr val="000000">
                      <a:alpha val="0"/>
                    </a:srgbClr>
                  </a:solidFill>
                </a:ln>
                <a:solidFill>
                  <a:srgbClr val="00338D"/>
                </a:solidFill>
                <a:latin typeface="맑은 고딕" panose="020B0503020000020004" pitchFamily="50" charset="-127"/>
                <a:ea typeface="맑은 고딕" pitchFamily="50" charset="-127"/>
                <a:cs typeface="+mn-cs"/>
              </a:rPr>
              <a:t>2. </a:t>
            </a:r>
            <a:r>
              <a:rPr lang="ko-KR" altLang="en-US" sz="1400" b="1" kern="0" spc="-50" dirty="0">
                <a:ln>
                  <a:solidFill>
                    <a:srgbClr val="000000">
                      <a:alpha val="0"/>
                    </a:srgbClr>
                  </a:solidFill>
                </a:ln>
                <a:solidFill>
                  <a:srgbClr val="00338D"/>
                </a:solidFill>
                <a:latin typeface="맑은 고딕" panose="020B0503020000020004" pitchFamily="50" charset="-127"/>
                <a:ea typeface="맑은 고딕" pitchFamily="50" charset="-127"/>
                <a:cs typeface="+mn-cs"/>
              </a:rPr>
              <a:t>협력사별 원산지확인서 수취</a:t>
            </a:r>
            <a:r>
              <a:rPr lang="en-US" altLang="ko-KR" sz="1400" b="1" kern="0" spc="-50" dirty="0">
                <a:ln>
                  <a:solidFill>
                    <a:srgbClr val="000000">
                      <a:alpha val="0"/>
                    </a:srgbClr>
                  </a:solidFill>
                </a:ln>
                <a:solidFill>
                  <a:srgbClr val="00338D"/>
                </a:solidFill>
                <a:latin typeface="맑은 고딕" panose="020B0503020000020004" pitchFamily="50" charset="-127"/>
                <a:ea typeface="맑은 고딕" pitchFamily="50" charset="-127"/>
                <a:cs typeface="+mn-cs"/>
              </a:rPr>
              <a:t>/</a:t>
            </a:r>
            <a:r>
              <a:rPr lang="ko-KR" altLang="en-US" sz="1400" b="1" kern="0" spc="-50" dirty="0" err="1">
                <a:ln>
                  <a:solidFill>
                    <a:srgbClr val="000000">
                      <a:alpha val="0"/>
                    </a:srgbClr>
                  </a:solidFill>
                </a:ln>
                <a:solidFill>
                  <a:srgbClr val="00338D"/>
                </a:solidFill>
                <a:latin typeface="맑은 고딕" panose="020B0503020000020004" pitchFamily="50" charset="-127"/>
                <a:ea typeface="맑은 고딕" pitchFamily="50" charset="-127"/>
                <a:cs typeface="+mn-cs"/>
              </a:rPr>
              <a:t>미수취</a:t>
            </a:r>
            <a:r>
              <a:rPr lang="en-US" altLang="ko-KR" sz="1400" b="1" kern="0" spc="-50" dirty="0">
                <a:ln>
                  <a:solidFill>
                    <a:srgbClr val="000000">
                      <a:alpha val="0"/>
                    </a:srgbClr>
                  </a:solidFill>
                </a:ln>
                <a:solidFill>
                  <a:srgbClr val="00338D"/>
                </a:solidFill>
                <a:latin typeface="맑은 고딕" panose="020B0503020000020004" pitchFamily="50" charset="-127"/>
                <a:ea typeface="맑은 고딕" pitchFamily="50" charset="-127"/>
                <a:cs typeface="+mn-cs"/>
              </a:rPr>
              <a:t> </a:t>
            </a:r>
            <a:r>
              <a:rPr lang="ko-KR" altLang="en-US" sz="1400" b="1" kern="0" spc="-50" dirty="0">
                <a:ln>
                  <a:solidFill>
                    <a:srgbClr val="000000">
                      <a:alpha val="0"/>
                    </a:srgbClr>
                  </a:solidFill>
                </a:ln>
                <a:solidFill>
                  <a:srgbClr val="00338D"/>
                </a:solidFill>
                <a:latin typeface="맑은 고딕" panose="020B0503020000020004" pitchFamily="50" charset="-127"/>
                <a:ea typeface="맑은 고딕" pitchFamily="50" charset="-127"/>
                <a:cs typeface="+mn-cs"/>
              </a:rPr>
              <a:t>자재 내역</a:t>
            </a:r>
            <a:endParaRPr lang="en-US" altLang="ko-KR" sz="1400" b="1" kern="0" spc="-50" dirty="0">
              <a:ln>
                <a:solidFill>
                  <a:srgbClr val="000000">
                    <a:alpha val="0"/>
                  </a:srgbClr>
                </a:solidFill>
              </a:ln>
              <a:solidFill>
                <a:srgbClr val="00338D"/>
              </a:solidFill>
              <a:latin typeface="맑은 고딕" panose="020B0503020000020004" pitchFamily="50" charset="-127"/>
              <a:ea typeface="맑은 고딕" pitchFamily="50" charset="-127"/>
              <a:cs typeface="+mn-cs"/>
            </a:endParaRPr>
          </a:p>
        </p:txBody>
      </p:sp>
      <p:graphicFrame>
        <p:nvGraphicFramePr>
          <p:cNvPr id="9" name="표 8">
            <a:extLst>
              <a:ext uri="{FF2B5EF4-FFF2-40B4-BE49-F238E27FC236}">
                <a16:creationId xmlns:a16="http://schemas.microsoft.com/office/drawing/2014/main" id="{F06D0DA9-2456-45A3-9852-295C44296F16}"/>
              </a:ext>
            </a:extLst>
          </p:cNvPr>
          <p:cNvGraphicFramePr>
            <a:graphicFrameLocks noGrp="1"/>
          </p:cNvGraphicFramePr>
          <p:nvPr>
            <p:extLst>
              <p:ext uri="{D42A27DB-BD31-4B8C-83A1-F6EECF244321}">
                <p14:modId xmlns:p14="http://schemas.microsoft.com/office/powerpoint/2010/main" val="4289896932"/>
              </p:ext>
            </p:extLst>
          </p:nvPr>
        </p:nvGraphicFramePr>
        <p:xfrm>
          <a:off x="327000" y="1363687"/>
          <a:ext cx="9252000" cy="4685761"/>
        </p:xfrm>
        <a:graphic>
          <a:graphicData uri="http://schemas.openxmlformats.org/drawingml/2006/table">
            <a:tbl>
              <a:tblPr firstRow="1" bandRow="1"/>
              <a:tblGrid>
                <a:gridCol w="1997100">
                  <a:extLst>
                    <a:ext uri="{9D8B030D-6E8A-4147-A177-3AD203B41FA5}">
                      <a16:colId xmlns:a16="http://schemas.microsoft.com/office/drawing/2014/main" val="20000"/>
                    </a:ext>
                  </a:extLst>
                </a:gridCol>
                <a:gridCol w="1450980">
                  <a:extLst>
                    <a:ext uri="{9D8B030D-6E8A-4147-A177-3AD203B41FA5}">
                      <a16:colId xmlns:a16="http://schemas.microsoft.com/office/drawing/2014/main" val="20001"/>
                    </a:ext>
                  </a:extLst>
                </a:gridCol>
                <a:gridCol w="1450980">
                  <a:extLst>
                    <a:ext uri="{9D8B030D-6E8A-4147-A177-3AD203B41FA5}">
                      <a16:colId xmlns:a16="http://schemas.microsoft.com/office/drawing/2014/main" val="20002"/>
                    </a:ext>
                  </a:extLst>
                </a:gridCol>
                <a:gridCol w="1450980">
                  <a:extLst>
                    <a:ext uri="{9D8B030D-6E8A-4147-A177-3AD203B41FA5}">
                      <a16:colId xmlns:a16="http://schemas.microsoft.com/office/drawing/2014/main" val="20003"/>
                    </a:ext>
                  </a:extLst>
                </a:gridCol>
                <a:gridCol w="1450980">
                  <a:extLst>
                    <a:ext uri="{9D8B030D-6E8A-4147-A177-3AD203B41FA5}">
                      <a16:colId xmlns:a16="http://schemas.microsoft.com/office/drawing/2014/main" val="20004"/>
                    </a:ext>
                  </a:extLst>
                </a:gridCol>
                <a:gridCol w="1450980">
                  <a:extLst>
                    <a:ext uri="{9D8B030D-6E8A-4147-A177-3AD203B41FA5}">
                      <a16:colId xmlns:a16="http://schemas.microsoft.com/office/drawing/2014/main" val="20005"/>
                    </a:ext>
                  </a:extLst>
                </a:gridCol>
              </a:tblGrid>
              <a:tr h="406067">
                <a:tc>
                  <a:txBody>
                    <a:bodyPr/>
                    <a:lstStyle>
                      <a:lvl1pPr marL="0" algn="l" defTabSz="914400" rtl="0" eaLnBrk="1" latinLnBrk="1" hangingPunct="1">
                        <a:defRPr sz="1800" b="1" kern="1200">
                          <a:solidFill>
                            <a:schemeClr val="lt1"/>
                          </a:solidFill>
                          <a:latin typeface="Calibri"/>
                        </a:defRPr>
                      </a:lvl1pPr>
                      <a:lvl2pPr marL="457200" algn="l" defTabSz="914400" rtl="0" eaLnBrk="1" latinLnBrk="1" hangingPunct="1">
                        <a:defRPr sz="1800" b="1" kern="1200">
                          <a:solidFill>
                            <a:schemeClr val="lt1"/>
                          </a:solidFill>
                          <a:latin typeface="Calibri"/>
                        </a:defRPr>
                      </a:lvl2pPr>
                      <a:lvl3pPr marL="914400" algn="l" defTabSz="914400" rtl="0" eaLnBrk="1" latinLnBrk="1" hangingPunct="1">
                        <a:defRPr sz="1800" b="1" kern="1200">
                          <a:solidFill>
                            <a:schemeClr val="lt1"/>
                          </a:solidFill>
                          <a:latin typeface="Calibri"/>
                        </a:defRPr>
                      </a:lvl3pPr>
                      <a:lvl4pPr marL="1371600" algn="l" defTabSz="914400" rtl="0" eaLnBrk="1" latinLnBrk="1" hangingPunct="1">
                        <a:defRPr sz="1800" b="1" kern="1200">
                          <a:solidFill>
                            <a:schemeClr val="lt1"/>
                          </a:solidFill>
                          <a:latin typeface="Calibri"/>
                        </a:defRPr>
                      </a:lvl4pPr>
                      <a:lvl5pPr marL="1828800" algn="l" defTabSz="914400" rtl="0" eaLnBrk="1" latinLnBrk="1" hangingPunct="1">
                        <a:defRPr sz="1800" b="1" kern="1200">
                          <a:solidFill>
                            <a:schemeClr val="lt1"/>
                          </a:solidFill>
                          <a:latin typeface="Calibri"/>
                        </a:defRPr>
                      </a:lvl5pPr>
                      <a:lvl6pPr marL="2286000" algn="l" defTabSz="914400" rtl="0" eaLnBrk="1" latinLnBrk="1" hangingPunct="1">
                        <a:defRPr sz="1800" b="1" kern="1200">
                          <a:solidFill>
                            <a:schemeClr val="lt1"/>
                          </a:solidFill>
                          <a:latin typeface="Calibri"/>
                        </a:defRPr>
                      </a:lvl6pPr>
                      <a:lvl7pPr marL="2743200" algn="l" defTabSz="914400" rtl="0" eaLnBrk="1" latinLnBrk="1" hangingPunct="1">
                        <a:defRPr sz="1800" b="1" kern="1200">
                          <a:solidFill>
                            <a:schemeClr val="lt1"/>
                          </a:solidFill>
                          <a:latin typeface="Calibri"/>
                        </a:defRPr>
                      </a:lvl7pPr>
                      <a:lvl8pPr marL="3200400" algn="l" defTabSz="914400" rtl="0" eaLnBrk="1" latinLnBrk="1" hangingPunct="1">
                        <a:defRPr sz="1800" b="1" kern="1200">
                          <a:solidFill>
                            <a:schemeClr val="lt1"/>
                          </a:solidFill>
                          <a:latin typeface="Calibri"/>
                        </a:defRPr>
                      </a:lvl8pPr>
                      <a:lvl9pPr marL="3657600" algn="l" defTabSz="914400" rtl="0" eaLnBrk="1" latinLnBrk="1" hangingPunct="1">
                        <a:defRPr sz="1800" b="1" kern="1200">
                          <a:solidFill>
                            <a:schemeClr val="lt1"/>
                          </a:solidFill>
                          <a:latin typeface="Calibri"/>
                        </a:defRPr>
                      </a:lvl9pPr>
                    </a:lstStyle>
                    <a:p>
                      <a:pPr marL="0" marR="0" indent="0" algn="ctr" defTabSz="914400" rtl="0" eaLnBrk="1" fontAlgn="ctr" latinLnBrk="0" hangingPunct="1">
                        <a:lnSpc>
                          <a:spcPct val="100000"/>
                        </a:lnSpc>
                        <a:spcBef>
                          <a:spcPts val="0"/>
                        </a:spcBef>
                        <a:spcAft>
                          <a:spcPts val="0"/>
                        </a:spcAft>
                        <a:buClrTx/>
                        <a:buSzTx/>
                        <a:buFontTx/>
                        <a:buNone/>
                        <a:tabLst/>
                        <a:defRPr/>
                      </a:pPr>
                      <a:r>
                        <a:rPr lang="ko-KR" altLang="en-US" sz="1000" b="1" kern="0" spc="-50" dirty="0">
                          <a:ln>
                            <a:solidFill>
                              <a:srgbClr val="000000">
                                <a:alpha val="0"/>
                              </a:srgbClr>
                            </a:solidFill>
                          </a:ln>
                          <a:solidFill>
                            <a:schemeClr val="bg1"/>
                          </a:solidFill>
                          <a:latin typeface="맑은 고딕" panose="020B0503020000020004" pitchFamily="50" charset="-127"/>
                          <a:ea typeface="맑은 고딕" pitchFamily="50" charset="-127"/>
                          <a:cs typeface="+mn-cs"/>
                        </a:rPr>
                        <a:t>협력사명</a:t>
                      </a:r>
                    </a:p>
                  </a:txBody>
                  <a:tcPr anchor="ctr">
                    <a:lnL w="6350" cap="flat" cmpd="sng" algn="ctr">
                      <a:solidFill>
                        <a:schemeClr val="tx2"/>
                      </a:solidFill>
                      <a:prstDash val="solid"/>
                      <a:round/>
                      <a:headEnd type="none" w="med" len="med"/>
                      <a:tailEnd type="none" w="med" len="med"/>
                    </a:lnL>
                    <a:lnR w="12700" cmpd="sng">
                      <a:solidFill>
                        <a:sysClr val="window" lastClr="FFFFFF"/>
                      </a:solidFill>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solidFill>
                      <a:srgbClr val="00338D"/>
                    </a:solidFill>
                  </a:tcPr>
                </a:tc>
                <a:tc>
                  <a:txBody>
                    <a:bodyPr/>
                    <a:lstStyle>
                      <a:lvl1pPr marL="0" algn="l" defTabSz="914400" rtl="0" eaLnBrk="1" latinLnBrk="1" hangingPunct="1">
                        <a:defRPr sz="1800" b="1" kern="1200">
                          <a:solidFill>
                            <a:schemeClr val="lt1"/>
                          </a:solidFill>
                          <a:latin typeface="Calibri"/>
                        </a:defRPr>
                      </a:lvl1pPr>
                      <a:lvl2pPr marL="457200" algn="l" defTabSz="914400" rtl="0" eaLnBrk="1" latinLnBrk="1" hangingPunct="1">
                        <a:defRPr sz="1800" b="1" kern="1200">
                          <a:solidFill>
                            <a:schemeClr val="lt1"/>
                          </a:solidFill>
                          <a:latin typeface="Calibri"/>
                        </a:defRPr>
                      </a:lvl2pPr>
                      <a:lvl3pPr marL="914400" algn="l" defTabSz="914400" rtl="0" eaLnBrk="1" latinLnBrk="1" hangingPunct="1">
                        <a:defRPr sz="1800" b="1" kern="1200">
                          <a:solidFill>
                            <a:schemeClr val="lt1"/>
                          </a:solidFill>
                          <a:latin typeface="Calibri"/>
                        </a:defRPr>
                      </a:lvl3pPr>
                      <a:lvl4pPr marL="1371600" algn="l" defTabSz="914400" rtl="0" eaLnBrk="1" latinLnBrk="1" hangingPunct="1">
                        <a:defRPr sz="1800" b="1" kern="1200">
                          <a:solidFill>
                            <a:schemeClr val="lt1"/>
                          </a:solidFill>
                          <a:latin typeface="Calibri"/>
                        </a:defRPr>
                      </a:lvl4pPr>
                      <a:lvl5pPr marL="1828800" algn="l" defTabSz="914400" rtl="0" eaLnBrk="1" latinLnBrk="1" hangingPunct="1">
                        <a:defRPr sz="1800" b="1" kern="1200">
                          <a:solidFill>
                            <a:schemeClr val="lt1"/>
                          </a:solidFill>
                          <a:latin typeface="Calibri"/>
                        </a:defRPr>
                      </a:lvl5pPr>
                      <a:lvl6pPr marL="2286000" algn="l" defTabSz="914400" rtl="0" eaLnBrk="1" latinLnBrk="1" hangingPunct="1">
                        <a:defRPr sz="1800" b="1" kern="1200">
                          <a:solidFill>
                            <a:schemeClr val="lt1"/>
                          </a:solidFill>
                          <a:latin typeface="Calibri"/>
                        </a:defRPr>
                      </a:lvl6pPr>
                      <a:lvl7pPr marL="2743200" algn="l" defTabSz="914400" rtl="0" eaLnBrk="1" latinLnBrk="1" hangingPunct="1">
                        <a:defRPr sz="1800" b="1" kern="1200">
                          <a:solidFill>
                            <a:schemeClr val="lt1"/>
                          </a:solidFill>
                          <a:latin typeface="Calibri"/>
                        </a:defRPr>
                      </a:lvl7pPr>
                      <a:lvl8pPr marL="3200400" algn="l" defTabSz="914400" rtl="0" eaLnBrk="1" latinLnBrk="1" hangingPunct="1">
                        <a:defRPr sz="1800" b="1" kern="1200">
                          <a:solidFill>
                            <a:schemeClr val="lt1"/>
                          </a:solidFill>
                          <a:latin typeface="Calibri"/>
                        </a:defRPr>
                      </a:lvl8pPr>
                      <a:lvl9pPr marL="3657600" algn="l" defTabSz="914400" rtl="0" eaLnBrk="1" latinLnBrk="1" hangingPunct="1">
                        <a:defRPr sz="1800" b="1" kern="1200">
                          <a:solidFill>
                            <a:schemeClr val="lt1"/>
                          </a:solidFill>
                          <a:latin typeface="Calibri"/>
                        </a:defRPr>
                      </a:lvl9pPr>
                    </a:lstStyle>
                    <a:p>
                      <a:pPr marL="0" marR="0" indent="0" algn="ctr" defTabSz="914400" rtl="0" eaLnBrk="1" fontAlgn="ctr" latinLnBrk="0" hangingPunct="1">
                        <a:lnSpc>
                          <a:spcPct val="100000"/>
                        </a:lnSpc>
                        <a:spcBef>
                          <a:spcPts val="0"/>
                        </a:spcBef>
                        <a:spcAft>
                          <a:spcPts val="0"/>
                        </a:spcAft>
                        <a:buClrTx/>
                        <a:buSzTx/>
                        <a:buFontTx/>
                        <a:buNone/>
                        <a:tabLst/>
                        <a:defRPr/>
                      </a:pPr>
                      <a:r>
                        <a:rPr lang="ko-KR" altLang="en-US" sz="1000" b="1" kern="0" spc="-50" dirty="0">
                          <a:ln>
                            <a:solidFill>
                              <a:srgbClr val="000000">
                                <a:alpha val="0"/>
                              </a:srgbClr>
                            </a:solidFill>
                          </a:ln>
                          <a:solidFill>
                            <a:schemeClr val="bg1"/>
                          </a:solidFill>
                          <a:latin typeface="맑은 고딕" panose="020B0503020000020004" pitchFamily="50" charset="-127"/>
                          <a:ea typeface="맑은 고딕" pitchFamily="50" charset="-127"/>
                          <a:cs typeface="+mn-cs"/>
                        </a:rPr>
                        <a:t>자재코드</a:t>
                      </a:r>
                    </a:p>
                  </a:txBody>
                  <a:tcPr anchor="ctr">
                    <a:lnL w="12700" cmpd="sng">
                      <a:solidFill>
                        <a:sysClr val="window" lastClr="FFFFFF"/>
                      </a:solidFill>
                    </a:lnL>
                    <a:lnR w="12700" cap="flat" cmpd="sng" algn="ctr">
                      <a:solidFill>
                        <a:sysClr val="window" lastClr="FFFFFF"/>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solidFill>
                      <a:srgbClr val="00338D"/>
                    </a:solid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1" kern="0" spc="-50" dirty="0">
                          <a:ln>
                            <a:solidFill>
                              <a:srgbClr val="000000">
                                <a:alpha val="0"/>
                              </a:srgbClr>
                            </a:solidFill>
                          </a:ln>
                          <a:solidFill>
                            <a:schemeClr val="bg1"/>
                          </a:solidFill>
                          <a:latin typeface="맑은 고딕" panose="020B0503020000020004" pitchFamily="50" charset="-127"/>
                          <a:ea typeface="맑은 고딕" pitchFamily="50" charset="-127"/>
                          <a:cs typeface="+mn-cs"/>
                        </a:rPr>
                        <a:t>HS CODE</a:t>
                      </a:r>
                      <a:endParaRPr lang="ko-KR" altLang="en-US" sz="1000" b="1" kern="0" spc="-50" dirty="0">
                        <a:ln>
                          <a:solidFill>
                            <a:srgbClr val="000000">
                              <a:alpha val="0"/>
                            </a:srgbClr>
                          </a:solidFill>
                        </a:ln>
                        <a:solidFill>
                          <a:schemeClr val="bg1"/>
                        </a:solidFill>
                        <a:latin typeface="맑은 고딕" panose="020B0503020000020004" pitchFamily="50" charset="-127"/>
                        <a:ea typeface="맑은 고딕" pitchFamily="50" charset="-127"/>
                        <a:cs typeface="+mn-cs"/>
                      </a:endParaRPr>
                    </a:p>
                  </a:txBody>
                  <a:tcPr anchor="ctr">
                    <a:lnL w="12700" cmpd="sng">
                      <a:solidFill>
                        <a:sysClr val="window" lastClr="FFFFFF"/>
                      </a:solidFill>
                    </a:lnL>
                    <a:lnR w="12700" cap="flat" cmpd="sng" algn="ctr">
                      <a:solidFill>
                        <a:sysClr val="window" lastClr="FFFFFF"/>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solidFill>
                      <a:srgbClr val="00338D"/>
                    </a:solid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ko-KR" altLang="en-US" sz="1000" b="1" kern="0" spc="-50" dirty="0">
                          <a:ln>
                            <a:solidFill>
                              <a:srgbClr val="000000">
                                <a:alpha val="0"/>
                              </a:srgbClr>
                            </a:solidFill>
                          </a:ln>
                          <a:solidFill>
                            <a:schemeClr val="bg1"/>
                          </a:solidFill>
                          <a:latin typeface="맑은 고딕" panose="020B0503020000020004" pitchFamily="50" charset="-127"/>
                          <a:ea typeface="맑은 고딕" pitchFamily="50" charset="-127"/>
                          <a:cs typeface="+mn-cs"/>
                        </a:rPr>
                        <a:t>구매단가</a:t>
                      </a:r>
                      <a:r>
                        <a:rPr lang="en-US" altLang="ko-KR" sz="1000" b="1" kern="0" spc="-50" dirty="0">
                          <a:ln>
                            <a:solidFill>
                              <a:srgbClr val="000000">
                                <a:alpha val="0"/>
                              </a:srgbClr>
                            </a:solidFill>
                          </a:ln>
                          <a:solidFill>
                            <a:schemeClr val="bg1"/>
                          </a:solidFill>
                          <a:latin typeface="맑은 고딕" panose="020B0503020000020004" pitchFamily="50" charset="-127"/>
                          <a:ea typeface="맑은 고딕" pitchFamily="50" charset="-127"/>
                          <a:cs typeface="+mn-cs"/>
                        </a:rPr>
                        <a:t>(</a:t>
                      </a:r>
                      <a:r>
                        <a:rPr lang="ko-KR" altLang="en-US" sz="1000" b="1" kern="0" spc="-50">
                          <a:ln>
                            <a:solidFill>
                              <a:srgbClr val="000000">
                                <a:alpha val="0"/>
                              </a:srgbClr>
                            </a:solidFill>
                          </a:ln>
                          <a:solidFill>
                            <a:schemeClr val="bg1"/>
                          </a:solidFill>
                          <a:latin typeface="맑은 고딕" panose="020B0503020000020004" pitchFamily="50" charset="-127"/>
                          <a:ea typeface="맑은 고딕" pitchFamily="50" charset="-127"/>
                          <a:cs typeface="+mn-cs"/>
                        </a:rPr>
                        <a:t>원</a:t>
                      </a:r>
                      <a:r>
                        <a:rPr lang="en-US" altLang="ko-KR" sz="1000" b="1" kern="0" spc="-50" dirty="0">
                          <a:ln>
                            <a:solidFill>
                              <a:srgbClr val="000000">
                                <a:alpha val="0"/>
                              </a:srgbClr>
                            </a:solidFill>
                          </a:ln>
                          <a:solidFill>
                            <a:schemeClr val="bg1"/>
                          </a:solidFill>
                          <a:latin typeface="맑은 고딕" panose="020B0503020000020004" pitchFamily="50" charset="-127"/>
                          <a:ea typeface="맑은 고딕" pitchFamily="50" charset="-127"/>
                          <a:cs typeface="+mn-cs"/>
                        </a:rPr>
                        <a:t>)</a:t>
                      </a:r>
                      <a:endParaRPr lang="ko-KR" altLang="en-US" sz="1000" b="1" kern="0" spc="-50" dirty="0">
                        <a:ln>
                          <a:solidFill>
                            <a:srgbClr val="000000">
                              <a:alpha val="0"/>
                            </a:srgbClr>
                          </a:solidFill>
                        </a:ln>
                        <a:solidFill>
                          <a:schemeClr val="bg1"/>
                        </a:solidFill>
                        <a:latin typeface="맑은 고딕" panose="020B0503020000020004" pitchFamily="50" charset="-127"/>
                        <a:ea typeface="맑은 고딕" pitchFamily="50" charset="-127"/>
                        <a:cs typeface="+mn-cs"/>
                      </a:endParaRPr>
                    </a:p>
                  </a:txBody>
                  <a:tcPr anchor="ctr">
                    <a:lnL w="12700" cmpd="sng">
                      <a:solidFill>
                        <a:sysClr val="window" lastClr="FFFFFF"/>
                      </a:solidFill>
                    </a:lnL>
                    <a:lnR w="12700" cap="flat" cmpd="sng" algn="ctr">
                      <a:solidFill>
                        <a:sysClr val="window" lastClr="FFFFFF"/>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solidFill>
                      <a:srgbClr val="00338D"/>
                    </a:solid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ko-KR" altLang="en-US" sz="1000" b="1" kern="0" spc="-50" dirty="0">
                          <a:ln>
                            <a:solidFill>
                              <a:srgbClr val="000000">
                                <a:alpha val="0"/>
                              </a:srgbClr>
                            </a:solidFill>
                          </a:ln>
                          <a:solidFill>
                            <a:schemeClr val="bg1"/>
                          </a:solidFill>
                          <a:latin typeface="맑은 고딕" panose="020B0503020000020004" pitchFamily="50" charset="-127"/>
                          <a:ea typeface="맑은 고딕" pitchFamily="50" charset="-127"/>
                          <a:cs typeface="+mn-cs"/>
                        </a:rPr>
                        <a:t>구매금액</a:t>
                      </a:r>
                      <a:r>
                        <a:rPr lang="en-US" altLang="ko-KR" sz="1000" b="1" kern="0" spc="-50" dirty="0">
                          <a:ln>
                            <a:solidFill>
                              <a:srgbClr val="000000">
                                <a:alpha val="0"/>
                              </a:srgbClr>
                            </a:solidFill>
                          </a:ln>
                          <a:solidFill>
                            <a:schemeClr val="bg1"/>
                          </a:solidFill>
                          <a:latin typeface="맑은 고딕" panose="020B0503020000020004" pitchFamily="50" charset="-127"/>
                          <a:ea typeface="맑은 고딕" pitchFamily="50" charset="-127"/>
                          <a:cs typeface="+mn-cs"/>
                        </a:rPr>
                        <a:t>(</a:t>
                      </a:r>
                      <a:r>
                        <a:rPr lang="ko-KR" altLang="en-US" sz="1000" b="1" kern="0" spc="-50" dirty="0">
                          <a:ln>
                            <a:solidFill>
                              <a:srgbClr val="000000">
                                <a:alpha val="0"/>
                              </a:srgbClr>
                            </a:solidFill>
                          </a:ln>
                          <a:solidFill>
                            <a:schemeClr val="bg1"/>
                          </a:solidFill>
                          <a:latin typeface="맑은 고딕" panose="020B0503020000020004" pitchFamily="50" charset="-127"/>
                          <a:ea typeface="맑은 고딕" pitchFamily="50" charset="-127"/>
                          <a:cs typeface="+mn-cs"/>
                        </a:rPr>
                        <a:t>원</a:t>
                      </a:r>
                      <a:r>
                        <a:rPr lang="en-US" altLang="ko-KR" sz="1000" b="1" kern="0" spc="-50" dirty="0">
                          <a:ln>
                            <a:solidFill>
                              <a:srgbClr val="000000">
                                <a:alpha val="0"/>
                              </a:srgbClr>
                            </a:solidFill>
                          </a:ln>
                          <a:solidFill>
                            <a:schemeClr val="bg1"/>
                          </a:solidFill>
                          <a:latin typeface="맑은 고딕" panose="020B0503020000020004" pitchFamily="50" charset="-127"/>
                          <a:ea typeface="맑은 고딕" pitchFamily="50" charset="-127"/>
                          <a:cs typeface="+mn-cs"/>
                        </a:rPr>
                        <a:t>)</a:t>
                      </a:r>
                      <a:endParaRPr lang="ko-KR" altLang="en-US" sz="1000" b="1" kern="0" spc="-50" dirty="0">
                        <a:ln>
                          <a:solidFill>
                            <a:srgbClr val="000000">
                              <a:alpha val="0"/>
                            </a:srgbClr>
                          </a:solidFill>
                        </a:ln>
                        <a:solidFill>
                          <a:schemeClr val="bg1"/>
                        </a:solidFill>
                        <a:latin typeface="맑은 고딕" panose="020B0503020000020004" pitchFamily="50" charset="-127"/>
                        <a:ea typeface="맑은 고딕" pitchFamily="50" charset="-127"/>
                        <a:cs typeface="+mn-cs"/>
                      </a:endParaRPr>
                    </a:p>
                  </a:txBody>
                  <a:tcPr anchor="ctr">
                    <a:lnL w="12700" cmpd="sng">
                      <a:solidFill>
                        <a:sysClr val="window" lastClr="FFFFFF"/>
                      </a:solidFill>
                    </a:lnL>
                    <a:lnR w="12700" cap="flat" cmpd="sng" algn="ctr">
                      <a:solidFill>
                        <a:sysClr val="window" lastClr="FFFFFF"/>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solidFill>
                      <a:srgbClr val="00338D"/>
                    </a:solid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ko-KR" altLang="en-US" sz="1000" b="1" kern="0" spc="-50" dirty="0">
                          <a:ln>
                            <a:solidFill>
                              <a:srgbClr val="000000">
                                <a:alpha val="0"/>
                              </a:srgbClr>
                            </a:solidFill>
                          </a:ln>
                          <a:solidFill>
                            <a:schemeClr val="bg1"/>
                          </a:solidFill>
                          <a:latin typeface="맑은 고딕" panose="020B0503020000020004" pitchFamily="50" charset="-127"/>
                          <a:ea typeface="맑은 고딕" pitchFamily="50" charset="-127"/>
                          <a:cs typeface="+mn-cs"/>
                        </a:rPr>
                        <a:t>수취여부</a:t>
                      </a:r>
                    </a:p>
                  </a:txBody>
                  <a:tcPr anchor="ctr">
                    <a:lnL w="12700" cmpd="sng">
                      <a:solidFill>
                        <a:sysClr val="window" lastClr="FFFFFF"/>
                      </a:solidFill>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solidFill>
                      <a:srgbClr val="00338D"/>
                    </a:solidFill>
                  </a:tcPr>
                </a:tc>
                <a:extLst>
                  <a:ext uri="{0D108BD9-81ED-4DB2-BD59-A6C34878D82A}">
                    <a16:rowId xmlns:a16="http://schemas.microsoft.com/office/drawing/2014/main" val="10000"/>
                  </a:ext>
                </a:extLst>
              </a:tr>
              <a:tr h="257166">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ko-KR" altLang="en-US" sz="1000" b="0" kern="0" spc="-50" dirty="0">
                          <a:ln>
                            <a:solidFill>
                              <a:srgbClr val="000000">
                                <a:alpha val="0"/>
                              </a:srgbClr>
                            </a:solidFill>
                          </a:ln>
                          <a:solidFill>
                            <a:srgbClr val="00338D"/>
                          </a:solidFill>
                          <a:latin typeface="맑은 고딕" panose="020B0503020000020004" pitchFamily="50" charset="-127"/>
                          <a:ea typeface="맑은 고딕" pitchFamily="50" charset="-127"/>
                          <a:cs typeface="+mn-cs"/>
                        </a:rPr>
                        <a:t>현대모비스(주)진천</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96560BE030</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852691</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501,278</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3,770,613,116</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ko-KR" altLang="en-US"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미수취</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1"/>
                  </a:ext>
                </a:extLst>
              </a:tr>
              <a:tr h="251408">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ko-KR" altLang="en-US"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현대모비스(주)포승</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56300AA670</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870894</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219,289</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3,748,087,588</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ko-KR" altLang="en-US"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미수취</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2"/>
                  </a:ext>
                </a:extLst>
              </a:tr>
              <a:tr h="251408">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ko-KR" altLang="en-US"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현대모비스(주)포승</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56300BE030</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870894</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223,267</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3,119,709,791</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ko-KR" altLang="en-US"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미수취</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3"/>
                  </a:ext>
                </a:extLst>
              </a:tr>
              <a:tr h="251408">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ko-KR" altLang="en-US"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현대자동차주식회사</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94073AA000</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902920</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147,411</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2,865,669,840</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ko-KR" altLang="en-US"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미수취</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4"/>
                  </a:ext>
                </a:extLst>
              </a:tr>
              <a:tr h="251408">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ko-KR" altLang="en-US"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아우모비오일렉트로</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94003BE200</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902920</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371,252</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2,792,557,544</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ko-KR" altLang="en-US"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수취</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5"/>
                  </a:ext>
                </a:extLst>
              </a:tr>
              <a:tr h="251408">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ko-KR" altLang="en-US"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현대모비스(주)진천</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91920BE000</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853710</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156,507</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2,376,558,795</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ko-KR" altLang="en-US"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미수취</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6"/>
                  </a:ext>
                </a:extLst>
              </a:tr>
              <a:tr h="251408">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ko-KR" altLang="en-US"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현대모비스(주)진천</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96160AADA0UAV</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271,728</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1,857,260,880</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ko-KR" altLang="en-US"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미수취</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7"/>
                  </a:ext>
                </a:extLst>
              </a:tr>
              <a:tr h="251408">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ko-KR" altLang="en-US"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현대모비스(주)진천</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96160AADA0LS5</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852859</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271,728</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1,392,062,544</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ko-KR" altLang="en-US"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미수취</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8"/>
                  </a:ext>
                </a:extLst>
              </a:tr>
              <a:tr h="251408">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ko-KR" altLang="en-US"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현대모비스(주)진천</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96560BE020</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852691</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500,506</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1,234,247,796</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ko-KR" altLang="en-US"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미수취</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9"/>
                  </a:ext>
                </a:extLst>
              </a:tr>
              <a:tr h="251408">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ko-KR" altLang="en-US"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한온시스템(주)</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97200AADI0</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841590</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146,735</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1,164,782,430</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ko-KR" altLang="en-US"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미수취</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10"/>
                  </a:ext>
                </a:extLst>
              </a:tr>
              <a:tr h="251408">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ko-KR" altLang="en-US"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현대자동차주식회사</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94033K2200</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902920</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148,431</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1,107,888,984</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ko-KR" altLang="en-US"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미수취</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11"/>
                  </a:ext>
                </a:extLst>
              </a:tr>
              <a:tr h="251408">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ko-KR" altLang="en-US"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현대모비스(주)진천</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940M3BE200</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852990</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375,599</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1,099,753,872</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ko-KR" altLang="en-US"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미수취</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12"/>
                  </a:ext>
                </a:extLst>
              </a:tr>
              <a:tr h="251408">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ko-KR" altLang="en-US"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현대모비스(주)진천</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96560AA500NNB</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852691</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371,993</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1,008,101,030</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ko-KR" altLang="en-US"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미수취</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13"/>
                  </a:ext>
                </a:extLst>
              </a:tr>
              <a:tr h="251408">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ko-KR" altLang="en-US"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현대모비스(주)진천</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001_SX</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870829</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3,562,264</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-433,562,264</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ko-KR" altLang="en-US"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수취</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14"/>
                  </a:ext>
                </a:extLst>
              </a:tr>
              <a:tr h="251408">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ko-KR" altLang="en-US"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(주)엘엑스하우시스</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84704BE010NH6</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870829</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5,161,692</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-425,161,692</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ko-KR" altLang="en-US"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미수취</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15"/>
                  </a:ext>
                </a:extLst>
              </a:tr>
              <a:tr h="251408">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ko-KR" altLang="en-US"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니프코코리아</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001_NE</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870829</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0</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-110,000,000</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ko-KR" altLang="en-US"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수취</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16"/>
                  </a:ext>
                </a:extLst>
              </a:tr>
              <a:tr h="251408">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ko-KR" altLang="en-US"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현대모비스(주)진천</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96160K2AU0MDD</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852859</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268,638</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994,766,514</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ko-KR" altLang="en-US" sz="1000" b="0" kern="0" spc="-50" dirty="0" err="1">
                          <a:ln>
                            <a:solidFill>
                              <a:srgbClr val="000000">
                                <a:alpha val="0"/>
                              </a:srgbClr>
                            </a:solidFill>
                          </a:ln>
                          <a:solidFill>
                            <a:srgbClr val="00338D"/>
                          </a:solidFill>
                          <a:latin typeface="맑은 고딕" panose="020B0503020000020004" pitchFamily="50" charset="-127"/>
                          <a:ea typeface="맑은 고딕" pitchFamily="50" charset="-127"/>
                          <a:cs typeface="+mn-cs"/>
                        </a:rPr>
                        <a:t>미수취</a:t>
                      </a:r>
                      <a:endParaRPr lang="ko-KR" altLang="en-US" sz="1000" b="0" kern="0" spc="-50" dirty="0">
                        <a:ln>
                          <a:solidFill>
                            <a:srgbClr val="000000">
                              <a:alpha val="0"/>
                            </a:srgbClr>
                          </a:solidFill>
                        </a:ln>
                        <a:solidFill>
                          <a:srgbClr val="00338D"/>
                        </a:solidFill>
                        <a:latin typeface="맑은 고딕" panose="020B0503020000020004" pitchFamily="50" charset="-127"/>
                        <a:ea typeface="맑은 고딕" pitchFamily="50" charset="-127"/>
                        <a:cs typeface="+mn-cs"/>
                      </a:endParaRP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17"/>
                  </a:ext>
                </a:extLst>
              </a:tr>
            </a:tbl>
          </a:graphicData>
        </a:graphic>
      </p:graphicFrame>
    </p:spTree>
    <p:extLst>
      <p:ext uri="{BB962C8B-B14F-4D97-AF65-F5344CB8AC3E}">
        <p14:creationId xmlns:p14="http://schemas.microsoft.com/office/powerpoint/2010/main" val="281187334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4800" b="1" dirty="0"/>
              <a:t>Thank you</a:t>
            </a:r>
          </a:p>
        </p:txBody>
      </p:sp>
      <p:sp>
        <p:nvSpPr>
          <p:cNvPr id="3" name="TextBox 2">
            <a:extLst>
              <a:ext uri="{FF2B5EF4-FFF2-40B4-BE49-F238E27FC236}">
                <a16:creationId xmlns:a16="http://schemas.microsoft.com/office/drawing/2014/main" id="{6EC29BDC-E200-40C1-9941-D01B3BDA81AB}"/>
              </a:ext>
            </a:extLst>
          </p:cNvPr>
          <p:cNvSpPr txBox="1"/>
          <p:nvPr/>
        </p:nvSpPr>
        <p:spPr>
          <a:xfrm>
            <a:off x="1900519" y="5511600"/>
            <a:ext cx="7808258" cy="914033"/>
          </a:xfrm>
          <a:prstGeom prst="rect">
            <a:avLst/>
          </a:prstGeom>
          <a:noFill/>
        </p:spPr>
        <p:txBody>
          <a:bodyPr wrap="square" lIns="0" tIns="0" rIns="0" bIns="0" rtlCol="0">
            <a:spAutoFit/>
          </a:bodyPr>
          <a:lstStyle/>
          <a:p>
            <a:pPr marL="0" lvl="1" defTabSz="1108651">
              <a:lnSpc>
                <a:spcPct val="100000"/>
              </a:lnSpc>
              <a:spcBef>
                <a:spcPts val="0"/>
              </a:spcBef>
              <a:spcAft>
                <a:spcPts val="551"/>
              </a:spcAft>
              <a:defRPr/>
            </a:pPr>
            <a:r>
              <a:rPr lang="en-US" altLang="ko-KR" sz="777" spc="0" baseline="0" dirty="0">
                <a:ln>
                  <a:noFill/>
                </a:ln>
                <a:solidFill>
                  <a:schemeClr val="bg1"/>
                </a:solidFill>
                <a:latin typeface="맑은 고딕" panose="020B0503020000020004" pitchFamily="50" charset="-127"/>
                <a:ea typeface="맑은 고딕" panose="020B0503020000020004" pitchFamily="50" charset="-127"/>
                <a:cs typeface="Arial" panose="020B0604020202020204" pitchFamily="34" charset="0"/>
              </a:rPr>
              <a:t>The information contained herein is of a general nature and is not intended to address the circumstances of any particular individual or entity. Although we endeavor to provide accurate and timely information, there can be no guarantee that such information is accurate as of the date it is received or that it will continue to be accurate in the future. No one should act on such information without appropriate professional advice after a thorough examination of the particular situation.</a:t>
            </a:r>
            <a:br>
              <a:rPr lang="en-US" altLang="ko-KR" sz="777" spc="0" baseline="0" dirty="0">
                <a:ln>
                  <a:noFill/>
                </a:ln>
                <a:solidFill>
                  <a:schemeClr val="bg1"/>
                </a:solidFill>
                <a:latin typeface="맑은 고딕" panose="020B0503020000020004" pitchFamily="50" charset="-127"/>
                <a:ea typeface="맑은 고딕" panose="020B0503020000020004" pitchFamily="50" charset="-127"/>
                <a:cs typeface="Arial" panose="020B0604020202020204" pitchFamily="34" charset="0"/>
              </a:rPr>
            </a:br>
            <a:br>
              <a:rPr lang="en-US" altLang="ko-KR" sz="777" spc="0" baseline="0" dirty="0">
                <a:ln>
                  <a:noFill/>
                </a:ln>
                <a:solidFill>
                  <a:schemeClr val="bg1"/>
                </a:solidFill>
                <a:latin typeface="맑은 고딕" panose="020B0503020000020004" pitchFamily="50" charset="-127"/>
                <a:ea typeface="맑은 고딕" panose="020B0503020000020004" pitchFamily="50" charset="-127"/>
                <a:cs typeface="Arial" panose="020B0604020202020204" pitchFamily="34" charset="0"/>
              </a:rPr>
            </a:br>
            <a:r>
              <a:rPr lang="en-US" altLang="ko-KR" sz="777" spc="0" baseline="0" dirty="0">
                <a:ln>
                  <a:noFill/>
                </a:ln>
                <a:solidFill>
                  <a:schemeClr val="bg1"/>
                </a:solidFill>
                <a:latin typeface="맑은 고딕" panose="020B0503020000020004" pitchFamily="50" charset="-127"/>
                <a:ea typeface="맑은 고딕" panose="020B0503020000020004" pitchFamily="50" charset="-127"/>
                <a:cs typeface="Arial" panose="020B0604020202020204" pitchFamily="34" charset="0"/>
              </a:rPr>
              <a:t>© 2026 KPMG </a:t>
            </a:r>
            <a:r>
              <a:rPr lang="en-US" altLang="ko-KR" sz="777" spc="0" baseline="0" dirty="0" err="1">
                <a:ln>
                  <a:noFill/>
                </a:ln>
                <a:solidFill>
                  <a:schemeClr val="bg1"/>
                </a:solidFill>
                <a:latin typeface="맑은 고딕" panose="020B0503020000020004" pitchFamily="50" charset="-127"/>
                <a:ea typeface="맑은 고딕" panose="020B0503020000020004" pitchFamily="50" charset="-127"/>
                <a:cs typeface="Arial" panose="020B0604020202020204" pitchFamily="34" charset="0"/>
              </a:rPr>
              <a:t>Samjong</a:t>
            </a:r>
            <a:r>
              <a:rPr lang="en-US" altLang="ko-KR" sz="777" spc="0" baseline="0" dirty="0">
                <a:ln>
                  <a:noFill/>
                </a:ln>
                <a:solidFill>
                  <a:schemeClr val="bg1"/>
                </a:solidFill>
                <a:latin typeface="맑은 고딕" panose="020B0503020000020004" pitchFamily="50" charset="-127"/>
                <a:ea typeface="맑은 고딕" panose="020B0503020000020004" pitchFamily="50" charset="-127"/>
                <a:cs typeface="Arial" panose="020B0604020202020204" pitchFamily="34" charset="0"/>
              </a:rPr>
              <a:t> Accounting Corp., a Korea Limited Liability Company and a member firm of the KPMG global organization of independent member firms affiliated with KPMG International Limited, a private English company limited by guarantee. All rights reserved.</a:t>
            </a:r>
          </a:p>
          <a:p>
            <a:pPr marL="0" lvl="1" defTabSz="1108651">
              <a:lnSpc>
                <a:spcPct val="100000"/>
              </a:lnSpc>
              <a:spcBef>
                <a:spcPts val="0"/>
              </a:spcBef>
              <a:spcAft>
                <a:spcPts val="551"/>
              </a:spcAft>
              <a:defRPr/>
            </a:pPr>
            <a:r>
              <a:rPr lang="en-US" altLang="ko-KR" sz="777" spc="0" baseline="0" dirty="0">
                <a:ln>
                  <a:noFill/>
                </a:ln>
                <a:solidFill>
                  <a:schemeClr val="bg1"/>
                </a:solidFill>
                <a:latin typeface="맑은 고딕" panose="020B0503020000020004" pitchFamily="50" charset="-127"/>
                <a:ea typeface="맑은 고딕" panose="020B0503020000020004" pitchFamily="50" charset="-127"/>
                <a:cs typeface="Arial" panose="020B0604020202020204" pitchFamily="34" charset="0"/>
              </a:rPr>
              <a:t>The KPMG name and logo are trademarks used under license by the independent member firms of the KPMG global organization.</a:t>
            </a:r>
          </a:p>
        </p:txBody>
      </p:sp>
    </p:spTree>
    <p:extLst>
      <p:ext uri="{BB962C8B-B14F-4D97-AF65-F5344CB8AC3E}">
        <p14:creationId xmlns:p14="http://schemas.microsoft.com/office/powerpoint/2010/main" val="2433010253"/>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CREATEDBY" val="Global PowerPoint Toolbar"/>
  <p:tag name="TOOLBARVERSION" val="5.1"/>
  <p:tag name="TYPE" val="Screen"/>
  <p:tag name="KEYWORD" val="SCREEN"/>
  <p:tag name="TEMPLATEVERSION" val="21/03/2016 11:30:04"/>
</p:tagLst>
</file>

<file path=ppt/theme/theme1.xml><?xml version="1.0" encoding="utf-8"?>
<a:theme xmlns:a="http://schemas.openxmlformats.org/drawingml/2006/main" name="KPMG_Standard_4x3_0922_2015">
  <a:themeElements>
    <a:clrScheme name="New KPMG Colours">
      <a:dk1>
        <a:srgbClr val="000000"/>
      </a:dk1>
      <a:lt1>
        <a:sysClr val="window" lastClr="FFFFFF"/>
      </a:lt1>
      <a:dk2>
        <a:srgbClr val="00338D"/>
      </a:dk2>
      <a:lt2>
        <a:srgbClr val="F0F0F0"/>
      </a:lt2>
      <a:accent1>
        <a:srgbClr val="0091DA"/>
      </a:accent1>
      <a:accent2>
        <a:srgbClr val="6D2077"/>
      </a:accent2>
      <a:accent3>
        <a:srgbClr val="005EB8"/>
      </a:accent3>
      <a:accent4>
        <a:srgbClr val="00A3A1"/>
      </a:accent4>
      <a:accent5>
        <a:srgbClr val="EAAA00"/>
      </a:accent5>
      <a:accent6>
        <a:srgbClr val="43B02A"/>
      </a:accent6>
      <a:hlink>
        <a:srgbClr val="0091DA"/>
      </a:hlink>
      <a:folHlink>
        <a:srgbClr val="0091DA"/>
      </a:folHlink>
    </a:clrScheme>
    <a:fontScheme name="KPMG">
      <a:majorFont>
        <a:latin typeface="KPMG Extralight"/>
        <a:ea typeface=""/>
        <a:cs typeface=""/>
      </a:majorFont>
      <a:minorFont>
        <a:latin typeface="Arial"/>
        <a:ea typeface=""/>
        <a:cs typeface=""/>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ln>
          <a:noFill/>
        </a:ln>
      </a:spPr>
      <a:bodyPr lIns="54610" tIns="54610" rIns="54610" bIns="54610" rtlCol="0" anchor="ctr"/>
      <a:lstStyle>
        <a:defPPr algn="l">
          <a:defRPr sz="1500" dirty="0" err="1" smtClean="0">
            <a:solidFill>
              <a:schemeClr val="bg1"/>
            </a:solidFill>
          </a:defRPr>
        </a:defPPr>
      </a:lstStyle>
      <a:style>
        <a:lnRef idx="2">
          <a:schemeClr val="accent1">
            <a:shade val="50000"/>
          </a:schemeClr>
        </a:lnRef>
        <a:fillRef idx="1">
          <a:schemeClr val="accent1"/>
        </a:fillRef>
        <a:effectRef idx="0">
          <a:schemeClr val="accent1"/>
        </a:effectRef>
        <a:fontRef idx="minor">
          <a:schemeClr val="lt1"/>
        </a:fontRef>
      </a:style>
    </a:spDef>
    <a:lnDef>
      <a:spPr>
        <a:ln>
          <a:solidFill>
            <a:schemeClr val="bg2"/>
          </a:solidFill>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54610" tIns="54610" rIns="54610" bIns="54610" rtlCol="0">
        <a:noAutofit/>
      </a:bodyPr>
      <a:lstStyle>
        <a:defPPr>
          <a:spcAft>
            <a:spcPts val="600"/>
          </a:spcAft>
          <a:defRPr sz="1500" dirty="0" err="1" smtClean="0">
            <a:solidFill>
              <a:schemeClr val="tx2"/>
            </a:solidFill>
          </a:defRPr>
        </a:defPPr>
      </a:lstStyle>
    </a:txDef>
  </a:objectDefaults>
  <a:extraClrSchemeLst/>
  <a:custClrLst>
    <a:custClr name="KPMG Blue">
      <a:srgbClr val="00338D"/>
    </a:custClr>
    <a:custClr name="Medium Blue">
      <a:srgbClr val="005EB8"/>
    </a:custClr>
    <a:custClr name="Light Blue">
      <a:srgbClr val="0091DA"/>
    </a:custClr>
    <a:custClr name="Violet">
      <a:srgbClr val="483698"/>
    </a:custClr>
    <a:custClr name="Purple">
      <a:srgbClr val="470A68"/>
    </a:custClr>
    <a:custClr name="Light Purple">
      <a:srgbClr val="6D2077"/>
    </a:custClr>
    <a:custClr name="Green">
      <a:srgbClr val="00A3A1"/>
    </a:custClr>
    <a:custClr name="Dark Green">
      <a:srgbClr val="009A44"/>
    </a:custClr>
    <a:custClr name="Light Green">
      <a:srgbClr val="43B02A"/>
    </a:custClr>
    <a:custClr name="Yellow">
      <a:srgbClr val="EAAA00"/>
    </a:custClr>
    <a:custClr name="Orange">
      <a:srgbClr val="F68D2E"/>
    </a:custClr>
    <a:custClr name="Red ">
      <a:srgbClr val="BC204B"/>
    </a:custClr>
    <a:custClr name="Pink">
      <a:srgbClr val="C6007E"/>
    </a:custClr>
    <a:custClr name="Dark Brown">
      <a:srgbClr val="753F19"/>
    </a:custClr>
    <a:custClr name="Light Brown">
      <a:srgbClr val="9B642E"/>
    </a:custClr>
    <a:custClr name="Olive">
      <a:srgbClr val="9D9375"/>
    </a:custClr>
    <a:custClr name="Beige">
      <a:srgbClr val="E3BC9F"/>
    </a:custClr>
    <a:custClr name="Light Pink">
      <a:srgbClr val="E36877"/>
    </a:custClr>
  </a:custClrLst>
  <a:extLst>
    <a:ext uri="{05A4C25C-085E-4340-85A3-A5531E510DB2}">
      <thm15:themeFamily xmlns:thm15="http://schemas.microsoft.com/office/thememl/2012/main" name="KPMG Screen Standard Template" id="{FBEB195C-4184-475A-9D78-B1870202393D}" vid="{2728A2FB-5096-491D-983E-478792C3DBD8}"/>
    </a:ext>
  </a:extLst>
</a:theme>
</file>

<file path=ppt/theme/theme2.xml><?xml version="1.0" encoding="utf-8"?>
<a:theme xmlns:a="http://schemas.openxmlformats.org/drawingml/2006/main" name="Office 테마">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맑은 고딕"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맑은 고딕"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테마">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맑은 고딕"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맑은 고딕"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문서" ma:contentTypeID="0x010100B7F093FDA380F44DA1F0D8408BC31CD2" ma:contentTypeVersion="11" ma:contentTypeDescription="새 문서를 만듭니다." ma:contentTypeScope="" ma:versionID="57c47abb38d4fda26c89c1d41f57d06a">
  <xsd:schema xmlns:xsd="http://www.w3.org/2001/XMLSchema" xmlns:xs="http://www.w3.org/2001/XMLSchema" xmlns:p="http://schemas.microsoft.com/office/2006/metadata/properties" xmlns:ns2="44ea1974-8f04-4f05-939e-157c5dbca381" xmlns:ns3="9c239f92-3688-401e-bc9e-f40475332199" targetNamespace="http://schemas.microsoft.com/office/2006/metadata/properties" ma:root="true" ma:fieldsID="6b8db89db86d3057e40ec13a9685b278" ns2:_="" ns3:_="">
    <xsd:import namespace="44ea1974-8f04-4f05-939e-157c5dbca381"/>
    <xsd:import namespace="9c239f92-3688-401e-bc9e-f40475332199"/>
    <xsd:element name="properties">
      <xsd:complexType>
        <xsd:sequence>
          <xsd:element name="documentManagement">
            <xsd:complexType>
              <xsd:all>
                <xsd:element ref="ns2:MediaServiceMetadata" minOccurs="0"/>
                <xsd:element ref="ns2:MediaServiceFastMetadata" minOccurs="0"/>
                <xsd:element ref="ns2:MediaServiceDateTaken" minOccurs="0"/>
                <xsd:element ref="ns2:MediaServiceAutoTags" minOccurs="0"/>
                <xsd:element ref="ns2:MediaServiceOCR" minOccurs="0"/>
                <xsd:element ref="ns2:MediaServiceGenerationTime" minOccurs="0"/>
                <xsd:element ref="ns2:MediaServiceEventHashCode" minOccurs="0"/>
                <xsd:element ref="ns2:MediaServiceAutoKeyPoints" minOccurs="0"/>
                <xsd:element ref="ns2:MediaServiceKeyPoints" minOccurs="0"/>
                <xsd:element ref="ns3:SharedWithUsers" minOccurs="0"/>
                <xsd:element ref="ns3:SharedWithDetail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44ea1974-8f04-4f05-939e-157c5dbca381"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DateTaken" ma:index="10" nillable="true" ma:displayName="MediaServiceDateTaken" ma:hidden="true" ma:internalName="MediaServiceDateTaken" ma:readOnly="true">
      <xsd:simpleType>
        <xsd:restriction base="dms:Text"/>
      </xsd:simpleType>
    </xsd:element>
    <xsd:element name="MediaServiceAutoTags" ma:index="11" nillable="true" ma:displayName="Tags" ma:internalName="MediaServiceAutoTags" ma:readOnly="true">
      <xsd:simpleType>
        <xsd:restriction base="dms:Text"/>
      </xsd:simpleType>
    </xsd:element>
    <xsd:element name="MediaServiceOCR" ma:index="12" nillable="true" ma:displayName="Extracted Text" ma:internalName="MediaServiceOCR" ma:readOnly="true">
      <xsd:simpleType>
        <xsd:restriction base="dms:Note">
          <xsd:maxLength value="255"/>
        </xsd:restriction>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EventHashCode" ma:index="14" nillable="true" ma:displayName="MediaServiceEventHashCode" ma:hidden="true" ma:internalName="MediaServiceEventHashCode" ma:readOnly="true">
      <xsd:simpleType>
        <xsd:restriction base="dms:Text"/>
      </xsd:simpleType>
    </xsd:element>
    <xsd:element name="MediaServiceAutoKeyPoints" ma:index="15" nillable="true" ma:displayName="MediaServiceAutoKeyPoints" ma:hidden="true" ma:internalName="MediaServiceAutoKeyPoints" ma:readOnly="true">
      <xsd:simpleType>
        <xsd:restriction base="dms:Note"/>
      </xsd:simpleType>
    </xsd:element>
    <xsd:element name="MediaServiceKeyPoints" ma:index="16" nillable="true" ma:displayName="KeyPoints" ma:internalName="MediaServiceKeyPoints" ma:readOnly="true">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9c239f92-3688-401e-bc9e-f40475332199" elementFormDefault="qualified">
    <xsd:import namespace="http://schemas.microsoft.com/office/2006/documentManagement/types"/>
    <xsd:import namespace="http://schemas.microsoft.com/office/infopath/2007/PartnerControls"/>
    <xsd:element name="SharedWithUsers" ma:index="17" nillable="true" ma:displayName="공유 대상"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8" nillable="true" ma:displayName="세부 정보 공유"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콘텐츠 형식"/>
        <xsd:element ref="dc:title" minOccurs="0" maxOccurs="1" ma:index="4" ma:displayName="제목"/>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6200F94B-2336-46EE-A72B-CA755D597C7B}">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44ea1974-8f04-4f05-939e-157c5dbca381"/>
    <ds:schemaRef ds:uri="9c239f92-3688-401e-bc9e-f40475332199"/>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8E0BB376-AC4F-4A56-B649-380E88C8A9DE}">
  <ds:schemaRefs>
    <ds:schemaRef ds:uri="http://purl.org/dc/terms/"/>
    <ds:schemaRef ds:uri="http://www.w3.org/XML/1998/namespace"/>
    <ds:schemaRef ds:uri="http://schemas.microsoft.com/office/2006/documentManagement/types"/>
    <ds:schemaRef ds:uri="http://purl.org/dc/elements/1.1/"/>
    <ds:schemaRef ds:uri="44ea1974-8f04-4f05-939e-157c5dbca381"/>
    <ds:schemaRef ds:uri="http://schemas.microsoft.com/office/infopath/2007/PartnerControls"/>
    <ds:schemaRef ds:uri="http://schemas.openxmlformats.org/package/2006/metadata/core-properties"/>
    <ds:schemaRef ds:uri="9c239f92-3688-401e-bc9e-f40475332199"/>
    <ds:schemaRef ds:uri="http://schemas.microsoft.com/office/2006/metadata/properties"/>
    <ds:schemaRef ds:uri="http://purl.org/dc/dcmitype/"/>
  </ds:schemaRefs>
</ds:datastoreItem>
</file>

<file path=customXml/itemProps3.xml><?xml version="1.0" encoding="utf-8"?>
<ds:datastoreItem xmlns:ds="http://schemas.openxmlformats.org/officeDocument/2006/customXml" ds:itemID="{2339C3B8-4F72-4829-9354-4E39EE2A9173}">
  <ds:schemaRefs>
    <ds:schemaRef ds:uri="http://schemas.microsoft.com/sharepoint/v3/contenttype/forms"/>
  </ds:schemaRefs>
</ds:datastoreItem>
</file>

<file path=docMetadata/LabelInfo.xml><?xml version="1.0" encoding="utf-8"?>
<clbl:labelList xmlns:clbl="http://schemas.microsoft.com/office/2020/mipLabelMetadata">
  <clbl:label id="{3129b2cc-4393-4691-814d-95eb8359c06c}" enabled="1" method="Standard" siteId="{deff24bb-2089-4400-8c8e-f71e680378b2}" contentBits="0" removed="0"/>
</clbl:labelList>
</file>

<file path=docProps/app.xml><?xml version="1.0" encoding="utf-8"?>
<Properties xmlns="http://schemas.openxmlformats.org/officeDocument/2006/extended-properties" xmlns:vt="http://schemas.openxmlformats.org/officeDocument/2006/docPropsVTypes">
  <Template>Office Theme</Template>
  <TotalTime>47635</TotalTime>
  <Words>1239</Words>
  <Application>Microsoft Office PowerPoint</Application>
  <PresentationFormat>A4 용지(210x297mm)</PresentationFormat>
  <Paragraphs>506</Paragraphs>
  <Slides>9</Slides>
  <Notes>4</Notes>
  <HiddenSlides>0</HiddenSlides>
  <MMClips>0</MMClips>
  <ScaleCrop>false</ScaleCrop>
  <HeadingPairs>
    <vt:vector size="6" baseType="variant">
      <vt:variant>
        <vt:lpstr>사용한 글꼴</vt:lpstr>
      </vt:variant>
      <vt:variant>
        <vt:i4>4</vt:i4>
      </vt:variant>
      <vt:variant>
        <vt:lpstr>테마</vt:lpstr>
      </vt:variant>
      <vt:variant>
        <vt:i4>1</vt:i4>
      </vt:variant>
      <vt:variant>
        <vt:lpstr>슬라이드 제목</vt:lpstr>
      </vt:variant>
      <vt:variant>
        <vt:i4>9</vt:i4>
      </vt:variant>
    </vt:vector>
  </HeadingPairs>
  <TitlesOfParts>
    <vt:vector size="14" baseType="lpstr">
      <vt:lpstr>Univers 45 Light</vt:lpstr>
      <vt:lpstr>맑은 고딕</vt:lpstr>
      <vt:lpstr>Arial</vt:lpstr>
      <vt:lpstr>Wingdings</vt:lpstr>
      <vt:lpstr>KPMG_Standard_4x3_0922_2015</vt:lpstr>
      <vt:lpstr>PowerPoint 프레젠테이션</vt:lpstr>
      <vt:lpstr>Contents</vt:lpstr>
      <vt:lpstr>PowerPoint 프레젠테이션</vt:lpstr>
      <vt:lpstr>PowerPoint 프레젠테이션</vt:lpstr>
      <vt:lpstr>PowerPoint 프레젠테이션</vt:lpstr>
      <vt:lpstr>PowerPoint 프레젠테이션</vt:lpstr>
      <vt:lpstr>PowerPoint 프레젠테이션</vt:lpstr>
      <vt:lpstr>PowerPoint 프레젠테이션</vt:lpstr>
      <vt:lpstr>Thank you</vt:lpstr>
    </vt:vector>
  </TitlesOfParts>
  <Company>KPMG</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프레젠테이션</dc:title>
  <dc:creator>sungjeongroh@kr.kpmg.com</dc:creator>
  <cp:lastModifiedBy>Kim, Su-Rin (KR/MC)</cp:lastModifiedBy>
  <cp:revision>1520</cp:revision>
  <cp:lastPrinted>2018-01-04T02:09:09Z</cp:lastPrinted>
  <dcterms:created xsi:type="dcterms:W3CDTF">2016-09-05T06:45:14Z</dcterms:created>
  <dcterms:modified xsi:type="dcterms:W3CDTF">2026-09-22T08:02:33Z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0x010100B7F093FDA380F44DA1F0D8408BC31CD2</vt:lpwstr>
  </property>
</Properties>
</file>