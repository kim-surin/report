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0.00%</c:formatCode>
                <c:ptCount val="3"/>
                <c:pt idx="0">
                  <c:v>0.113</c:v>
                </c:pt>
                <c:pt idx="1">
                  <c:v>9.0999999999999998E-2</c:v>
                </c:pt>
                <c:pt idx="2">
                  <c:v>0.79559999999999997</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0.00%</c:formatCode>
                <c:ptCount val="3"/>
                <c:pt idx="0">
                  <c:v>0.79600000000000004</c:v>
                </c:pt>
                <c:pt idx="1">
                  <c:v>0.108</c:v>
                </c:pt>
                <c:pt idx="2">
                  <c:v>9.6000000000000002E-2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7578</c:v>
                </c:pt>
                <c:pt idx="1">
                  <c:v>137</c:v>
                </c:pt>
                <c:pt idx="2">
                  <c:v>0</c:v>
                </c:pt>
                <c:pt idx="3">
                  <c:v>1</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25,275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20,311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177,468</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79.56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16,175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79.6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a:t>
                      </a: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2,193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a:t>
                      </a: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1,943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20,311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콜롬비아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튀르키예</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7716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43,173,856,052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10,272,803,115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7,355,990,166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7,307,355,225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7,126,167,317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6,655,631,897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6,087,506,357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5,173,783,315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5,150,615,241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3,648,684,510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82.69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3,371,613,525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2,864,150,261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에이치엘만도주식회</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2,313,652,903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2,180,048,970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한국알프스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2,034,076,194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1,914,384,240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씨엠에스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1,895,589,976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001_SX</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2756627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-4,712,756,627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161347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3,736,957,867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218049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3,014,963,523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509710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2,676,996,920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224271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2,567,005,866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96560BE420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556760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2,077,828,320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380604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1,995,126,168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001_SX</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4359757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1,974,359,757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1,956,096,688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125263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1,497,143,376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290477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1,347,232,326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539980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1,321,331,060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56300DF000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224271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1,320,956,190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94093AA010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408413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1,248,110,128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94033K2200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131366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1,097,172,590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96560AA500NNB</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379147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1,074,881,745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a:t>
                      </a: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56300BY670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218230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1,031,136,750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