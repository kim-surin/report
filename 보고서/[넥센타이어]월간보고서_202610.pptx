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4"/>
  </p:notesMasterIdLst>
  <p:sldIdLst>
    <p:sldId id="306" r:id="rId5"/>
    <p:sldId id="270" r:id="rId6"/>
    <p:sldId id="278" r:id="rId7"/>
    <p:sldId id="317" r:id="rId8"/>
    <p:sldId id="321" r:id="rId9"/>
    <p:sldId id="312" r:id="rId10"/>
    <p:sldId id="313" r:id="rId11"/>
    <p:sldId id="316" r:id="rId12"/>
    <p:sldId id="276" r:id="rId13"/>
  </p:sldIdLst>
  <p:sldSz cx="9906000" cy="6858000" type="A4"/>
  <p:notesSz cx="6805613" cy="9939338"/>
  <p:custDataLst>
    <p:tags r:id="rId15"/>
  </p:custData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orient="horz" pos="1638" userDrawn="1">
          <p15:clr>
            <a:srgbClr val="A4A3A4"/>
          </p15:clr>
        </p15:guide>
        <p15:guide id="4" pos="4889" userDrawn="1">
          <p15:clr>
            <a:srgbClr val="A4A3A4"/>
          </p15:clr>
        </p15:guide>
        <p15:guide id="5" orient="horz" pos="381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ang, Seo Yeon [KR]" initials="YSY[" lastIdx="1" clrIdx="0">
    <p:extLst>
      <p:ext uri="{19B8F6BF-5375-455C-9EA6-DF929625EA0E}">
        <p15:presenceInfo xmlns:p15="http://schemas.microsoft.com/office/powerpoint/2012/main" userId="Yang, Seo Yeon [K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D8E8"/>
    <a:srgbClr val="00338D"/>
    <a:srgbClr val="0091DA"/>
    <a:srgbClr val="38449C"/>
    <a:srgbClr val="00AFA8"/>
    <a:srgbClr val="000099"/>
    <a:srgbClr val="009CDC"/>
    <a:srgbClr val="E9EDF4"/>
    <a:srgbClr val="FFFFFF"/>
    <a:srgbClr val="4836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01A38D-18E4-433C-BF54-AF4653D6696F}" v="27" dt="2025-06-27T10:02:46.612"/>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80" autoAdjust="0"/>
    <p:restoredTop sz="94095" autoAdjust="0"/>
  </p:normalViewPr>
  <p:slideViewPr>
    <p:cSldViewPr snapToGrid="0">
      <p:cViewPr varScale="1">
        <p:scale>
          <a:sx n="115" d="100"/>
          <a:sy n="115" d="100"/>
        </p:scale>
        <p:origin x="1320" y="96"/>
      </p:cViewPr>
      <p:guideLst>
        <p:guide orient="horz" pos="1638"/>
        <p:guide pos="4889"/>
        <p:guide orient="horz" pos="3816"/>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baseline="0">
                <a:solidFill>
                  <a:srgbClr val="00338D"/>
                </a:solidFill>
                <a:latin typeface="맑은 고딕" panose="020B0503020000020004" pitchFamily="50" charset="-127"/>
                <a:ea typeface="맑은 고딕" panose="020B0503020000020004" pitchFamily="50" charset="-127"/>
                <a:cs typeface="+mn-cs"/>
              </a:defRPr>
            </a:pPr>
            <a:r>
              <a:rPr lang="en-US" altLang="ko-KR" sz="1400" b="1" u="none"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1400" b="1" u="none"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a:t>
            </a:r>
            <a:r>
              <a:rPr lang="ko-KR" altLang="en-US" sz="1400" b="1" u="none"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판정 현황</a:t>
            </a:r>
          </a:p>
        </c:rich>
      </c:tx>
      <c:layout>
        <c:manualLayout>
          <c:xMode val="edge"/>
          <c:yMode val="edge"/>
          <c:x val="0.31037415458937195"/>
          <c:y val="0"/>
        </c:manualLayout>
      </c:layout>
      <c:overlay val="0"/>
      <c:spPr>
        <a:noFill/>
        <a:ln>
          <a:noFill/>
        </a:ln>
        <a:effectLst/>
      </c:spPr>
      <c:txPr>
        <a:bodyPr rot="0" spcFirstLastPara="1" vertOverflow="ellipsis" vert="horz" wrap="square" anchor="ctr" anchorCtr="1"/>
        <a:lstStyle/>
        <a:p>
          <a:pPr>
            <a:defRPr sz="1600" b="1"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p>
      </c:txPr>
    </c:title>
    <c:autoTitleDeleted val="0"/>
    <c:plotArea>
      <c:layout/>
      <c:doughnutChart>
        <c:varyColors val="1"/>
        <c:ser>
          <c:idx val="0"/>
          <c:order val="0"/>
          <c:dPt>
            <c:idx val="0"/>
            <c:bubble3D val="0"/>
            <c:spPr>
              <a:solidFill>
                <a:srgbClr val="38449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C056-4122-9360-D9C3EC569F30}"/>
              </c:ext>
            </c:extLst>
          </c:dPt>
          <c:dPt>
            <c:idx val="1"/>
            <c:bubble3D val="0"/>
            <c:spPr>
              <a:solidFill>
                <a:srgbClr val="009CD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C056-4122-9360-D9C3EC569F30}"/>
              </c:ext>
            </c:extLst>
          </c:dPt>
          <c:dPt>
            <c:idx val="2"/>
            <c:bubble3D val="0"/>
            <c:spPr>
              <a:solidFill>
                <a:schemeClr val="accent1">
                  <a:lumMod val="40000"/>
                  <a:lumOff val="6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C056-4122-9360-D9C3EC569F30}"/>
              </c:ext>
            </c:extLst>
          </c:dPt>
          <c:dLbls>
            <c:dLbl>
              <c:idx val="0"/>
              <c:layout>
                <c:manualLayout>
                  <c:x val="0.25944873532068641"/>
                  <c:y val="-2.8216666666666668E-2"/>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56C6CB7D-79FE-429B-81CD-BE78F9BF8154}" type="CATEGORYNAME">
                      <a:rPr lang="ko-KR" altLang="en-US"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ED695A04-A802-47B5-9E3E-9437D4FC79C6}" type="PERCENTAGE">
                      <a:rPr lang="en-US" altLang="ko-KR"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C056-4122-9360-D9C3EC569F30}"/>
                </c:ext>
              </c:extLst>
            </c:dLbl>
            <c:dLbl>
              <c:idx val="1"/>
              <c:layout>
                <c:manualLayout>
                  <c:x val="-0.20576761517615177"/>
                  <c:y val="-9.4029259259259243E-2"/>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4DBED5EC-218F-4CDB-9398-C84B805728F2}" type="CATEGORYNAME">
                      <a:rPr lang="ko-KR" altLang="en-US" sz="1000" b="1" i="0" u="none" strike="noStrike" kern="0" spc="-50" baseline="0">
                        <a:ln>
                          <a:solidFill>
                            <a:srgbClr val="000000">
                              <a:alpha val="0"/>
                            </a:srgbClr>
                          </a:solidFill>
                        </a:ln>
                        <a:solidFill>
                          <a:srgbClr val="C00000"/>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C00000"/>
                        </a:solidFill>
                        <a:latin typeface="맑은 고딕" panose="020B0503020000020004" pitchFamily="50" charset="-127"/>
                        <a:ea typeface="맑은 고딕" pitchFamily="50" charset="-127"/>
                        <a:cs typeface="+mn-cs"/>
                      </a:rPr>
                      <a:t>
</a:t>
                    </a:r>
                    <a:fld id="{C789C76F-1947-4D6D-BE1C-F321B1E8DF22}" type="PERCENTAGE">
                      <a:rPr lang="en-US" altLang="ko-KR" sz="1000" b="1" i="0" u="none" strike="noStrike" kern="0" spc="-50" baseline="0">
                        <a:ln>
                          <a:solidFill>
                            <a:srgbClr val="000000">
                              <a:alpha val="0"/>
                            </a:srgbClr>
                          </a:solidFill>
                        </a:ln>
                        <a:solidFill>
                          <a:srgbClr val="C00000"/>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C00000"/>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3-C056-4122-9360-D9C3EC569F30}"/>
                </c:ext>
              </c:extLst>
            </c:dLbl>
            <c:dLbl>
              <c:idx val="2"/>
              <c:layout>
                <c:manualLayout>
                  <c:x val="0.15345325203252022"/>
                  <c:y val="-0.11760666666666666"/>
                </c:manualLayout>
              </c:layout>
              <c:tx>
                <c:rich>
                  <a:bodyPr/>
                  <a:lstStyle/>
                  <a:p>
                    <a:fld id="{F4F19E3F-051B-4094-8394-B12DD49BE427}" type="CATEGORYNAME">
                      <a:rPr lang="ko-KR" altLang="en-US" sz="1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pPr/>
                      <a:t>[범주 이름]</a:t>
                    </a:fld>
                    <a:r>
                      <a:rPr lang="ko-KR" altLang="en-US" sz="1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AB06B38C-44FE-46A9-85BD-D0F1F8CA928B}" type="PERCENTAGE">
                      <a:rPr lang="en-US" altLang="ko-KR" sz="1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pPr/>
                      <a:t>[백분율]</a:t>
                    </a:fld>
                    <a:endParaRPr lang="ko-KR" altLang="en-US" sz="1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showLegendKey val="0"/>
              <c:showVal val="0"/>
              <c:showCatName val="1"/>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C056-4122-9360-D9C3EC569F30}"/>
                </c:ext>
              </c:extLst>
            </c:dLbl>
            <c:numFmt formatCode="0.00%" sourceLinked="0"/>
            <c:spPr>
              <a:noFill/>
              <a:ln w="6350">
                <a:noFill/>
              </a:ln>
              <a:effectLst/>
            </c:spPr>
            <c:txPr>
              <a:bodyPr rot="0" spcFirstLastPara="1" vertOverflow="clip" horzOverflow="clip" vert="horz" wrap="square" lIns="38100" tIns="19050" rIns="38100" bIns="19050" anchor="ctr" anchorCtr="1">
                <a:spAutoFit/>
              </a:bodyPr>
              <a:lstStyle/>
              <a:p>
                <a:pPr>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p>
            </c:txPr>
            <c:showLegendKey val="0"/>
            <c:showVal val="0"/>
            <c:showCatName val="1"/>
            <c:showSerName val="0"/>
            <c:showPercent val="1"/>
            <c:showBubbleSize val="0"/>
            <c:showLeaderLines val="1"/>
            <c:leaderLines>
              <c:spPr>
                <a:ln w="6350" cap="flat" cmpd="sng" algn="ctr">
                  <a:solidFill>
                    <a:schemeClr val="tx1"/>
                  </a:solidFill>
                  <a:round/>
                  <a:headEnd type="oval"/>
                  <a:tailEnd type="none"/>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Sheet1!$A$2:$A$4</c:f>
              <c:strCache>
                <c:ptCount val="3"/>
                <c:pt idx="0">
                  <c:v>역내산율</c:v>
                </c:pt>
                <c:pt idx="1">
                  <c:v>역외산율</c:v>
                </c:pt>
                <c:pt idx="2">
                  <c:v>판정실패</c:v>
                </c:pt>
              </c:strCache>
            </c:strRef>
          </c:cat>
          <c:val>
            <c:numRef>
              <c:f>Sheet1!$B$2:$B$4</c:f>
              <c:numCache>
                <c:formatCode>General</c:formatCode>
                <c:ptCount val="3"/>
                <c:pt idx="0">
                  <c:v>96.45</c:v>
                </c:pt>
                <c:pt idx="1">
                  <c:v>3.55</c:v>
                </c:pt>
                <c:pt idx="2">
                  <c:v>0</c:v>
                </c:pt>
              </c:numCache>
            </c:numRef>
          </c:val>
          <c:extLst>
            <c:ext xmlns:c15="http://schemas.microsoft.com/office/drawing/2012/chart" uri="{02D57815-91ED-43cb-92C2-25804820EDAC}">
              <c15:filteredSeriesTitle>
                <c15:tx>
                  <c:strRef>
                    <c:extLst xmlns:c16="http://schemas.microsoft.com/office/drawing/2014/chart">
                      <c:ext uri="{02D57815-91ED-43cb-92C2-25804820EDAC}">
                        <c15:formulaRef>
                          <c15:sqref>Sheet1!$B$1</c15:sqref>
                        </c15:formulaRef>
                      </c:ext>
                    </c:extLst>
                    <c:strCache>
                      <c:ptCount val="1"/>
                      <c:pt idx="0">
                        <c:v>판정율</c:v>
                      </c:pt>
                    </c:strCache>
                  </c:strRef>
                </c15:tx>
              </c15:filteredSeriesTitle>
            </c:ext>
            <c:ext xmlns:c16="http://schemas.microsoft.com/office/drawing/2014/chart" uri="{C3380CC4-5D6E-409C-BE32-E72D297353CC}">
              <c16:uniqueId val="{00000006-C056-4122-9360-D9C3EC569F30}"/>
            </c:ext>
          </c:extLst>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pPr>
          <a:endParaRPr lang="ko-KR"/>
        </a:p>
      </c:txPr>
    </c:legend>
    <c:plotVisOnly val="1"/>
    <c:dispBlanksAs val="gap"/>
    <c:showDLblsOverMax val="0"/>
  </c:chart>
  <c:spPr>
    <a:noFill/>
    <a:ln w="6350">
      <a:solidFill>
        <a:schemeClr val="tx2"/>
      </a:solidFill>
    </a:ln>
    <a:effectLst/>
  </c:spPr>
  <c:txPr>
    <a:bodyPr/>
    <a:lstStyle/>
    <a:p>
      <a:pPr>
        <a:defRPr/>
      </a:pPr>
      <a:endParaRPr lang="ko-K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sng" strike="noStrike" kern="1200" baseline="0">
                <a:solidFill>
                  <a:srgbClr val="00338D"/>
                </a:solidFill>
                <a:latin typeface="맑은 고딕" panose="020B0503020000020004" pitchFamily="50" charset="-127"/>
                <a:ea typeface="맑은 고딕" panose="020B0503020000020004" pitchFamily="50" charset="-127"/>
                <a:cs typeface="+mn-cs"/>
              </a:defRPr>
            </a:pPr>
            <a:r>
              <a:rPr lang="ko-KR" altLang="en-US" sz="1400" b="1" u="none"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비역내산</a:t>
            </a:r>
            <a:r>
              <a:rPr lang="ko-KR" altLang="en-US" sz="1400" b="1" u="none"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판정 상세</a:t>
            </a:r>
          </a:p>
        </c:rich>
      </c:tx>
      <c:layout>
        <c:manualLayout>
          <c:xMode val="edge"/>
          <c:yMode val="edge"/>
          <c:x val="0.34901111111111116"/>
          <c:y val="4.7037037037037039E-3"/>
        </c:manualLayout>
      </c:layout>
      <c:overlay val="0"/>
      <c:spPr>
        <a:noFill/>
        <a:ln>
          <a:noFill/>
        </a:ln>
        <a:effectLst/>
      </c:spPr>
      <c:txPr>
        <a:bodyPr rot="0" spcFirstLastPara="1" vertOverflow="ellipsis" vert="horz" wrap="square" anchor="ctr" anchorCtr="1"/>
        <a:lstStyle/>
        <a:p>
          <a:pPr>
            <a:defRPr sz="1600" b="1" i="0" u="sng"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p>
      </c:txPr>
    </c:title>
    <c:autoTitleDeleted val="0"/>
    <c:plotArea>
      <c:layout/>
      <c:doughnutChart>
        <c:varyColors val="1"/>
        <c:ser>
          <c:idx val="0"/>
          <c:order val="0"/>
          <c:dPt>
            <c:idx val="0"/>
            <c:bubble3D val="0"/>
            <c:spPr>
              <a:solidFill>
                <a:srgbClr val="38449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3CD6-4598-AE2F-A48A4A97C129}"/>
              </c:ext>
            </c:extLst>
          </c:dPt>
          <c:dPt>
            <c:idx val="1"/>
            <c:bubble3D val="0"/>
            <c:spPr>
              <a:solidFill>
                <a:srgbClr val="009CD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3CD6-4598-AE2F-A48A4A97C129}"/>
              </c:ext>
            </c:extLst>
          </c:dPt>
          <c:dPt>
            <c:idx val="2"/>
            <c:bubble3D val="0"/>
            <c:spPr>
              <a:solidFill>
                <a:schemeClr val="accent1">
                  <a:lumMod val="40000"/>
                  <a:lumOff val="6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3CD6-4598-AE2F-A48A4A97C129}"/>
              </c:ext>
            </c:extLst>
          </c:dPt>
          <c:dLbls>
            <c:dLbl>
              <c:idx val="0"/>
              <c:layout>
                <c:manualLayout>
                  <c:x val="0.2311910569105691"/>
                  <c:y val="-5.4128703703703748E-2"/>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184AF058-1AB9-4DB7-B978-747B2B899224}" type="CATEGORYNAME">
                      <a:rPr lang="ko-KR" altLang="en-US"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B84F4DBC-9FE8-4A67-9DA7-490BE5272DAE}" type="PERCENTAGE">
                      <a:rPr lang="en-US" altLang="ko-KR"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layout>
                    <c:manualLayout>
                      <c:w val="0.18245551038843721"/>
                      <c:h val="0.18319518518518516"/>
                    </c:manualLayout>
                  </c15:layout>
                  <c15:dlblFieldTable/>
                  <c15:showDataLabelsRange val="0"/>
                </c:ext>
                <c:ext xmlns:c16="http://schemas.microsoft.com/office/drawing/2014/chart" uri="{C3380CC4-5D6E-409C-BE32-E72D297353CC}">
                  <c16:uniqueId val="{00000001-3CD6-4598-AE2F-A48A4A97C129}"/>
                </c:ext>
              </c:extLst>
            </c:dLbl>
            <c:dLbl>
              <c:idx val="1"/>
              <c:layout>
                <c:manualLayout>
                  <c:x val="0.24911517615176151"/>
                  <c:y val="0.11293370370370362"/>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55E4DB82-880B-46F0-A1E6-3552605B4EB2}" type="CATEGORYNAME">
                      <a:rPr lang="ko-KR" altLang="en-US"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B730617D-C01E-4ED8-9C01-9CB14FD171B9}" type="PERCENTAGE">
                      <a:rPr lang="en-US" altLang="ko-KR"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3-3CD6-4598-AE2F-A48A4A97C129}"/>
                </c:ext>
              </c:extLst>
            </c:dLbl>
            <c:dLbl>
              <c:idx val="2"/>
              <c:layout>
                <c:manualLayout>
                  <c:x val="-0.23309191508581756"/>
                  <c:y val="-4.7092962962962961E-2"/>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8A9CC9DC-DED1-4F93-AF84-628FF9EB7C95}" type="CATEGORYNAME">
                      <a:rPr lang="ko-KR" altLang="en-US"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94612F55-23E4-4370-8983-6190CCBD406C}" type="PERCENTAGE">
                      <a:rPr lang="en-US" altLang="ko-KR"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5-3CD6-4598-AE2F-A48A4A97C129}"/>
                </c:ext>
              </c:extLst>
            </c:dLbl>
            <c:numFmt formatCode="0.00%" sourceLinked="0"/>
            <c:spPr>
              <a:noFill/>
              <a:ln w="6350">
                <a:noFill/>
              </a:ln>
              <a:effectLst/>
            </c:spPr>
            <c:txPr>
              <a:bodyPr rot="0" spcFirstLastPara="1" vertOverflow="clip" horzOverflow="clip" vert="horz" wrap="square" lIns="38100" tIns="19050" rIns="38100" bIns="19050" anchor="ctr" anchorCtr="1">
                <a:spAutoFit/>
              </a:bodyPr>
              <a:lstStyle/>
              <a:p>
                <a:pPr>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p>
            </c:txPr>
            <c:showLegendKey val="0"/>
            <c:showVal val="0"/>
            <c:showCatName val="1"/>
            <c:showSerName val="0"/>
            <c:showPercent val="1"/>
            <c:showBubbleSize val="0"/>
            <c:showLeaderLines val="1"/>
            <c:leaderLines>
              <c:spPr>
                <a:ln w="6350" cap="flat" cmpd="sng" algn="ctr">
                  <a:solidFill>
                    <a:schemeClr val="tx1"/>
                  </a:solidFill>
                  <a:round/>
                  <a:headEnd type="oval"/>
                  <a:tailEnd type="none"/>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Sheet1!$A$2:$A$4</c:f>
              <c:strCache>
                <c:ptCount val="3"/>
                <c:pt idx="0">
                  <c:v>세번변경기준</c:v>
                </c:pt>
                <c:pt idx="1">
                  <c:v>부가가치기준</c:v>
                </c:pt>
                <c:pt idx="2">
                  <c:v>조합기준</c:v>
                </c:pt>
              </c:strCache>
            </c:strRef>
          </c:cat>
          <c:val>
            <c:numRef>
              <c:f>Sheet1!$B$2:$B$4</c:f>
              <c:numCache>
                <c:formatCode>General</c:formatCode>
                <c:ptCount val="3"/>
                <c:pt idx="0">
                  <c:v>0</c:v>
                </c:pt>
                <c:pt idx="1">
                  <c:v>24</c:v>
                </c:pt>
                <c:pt idx="2">
                  <c:v>76</c:v>
                </c:pt>
              </c:numCache>
            </c:numRef>
          </c:val>
          <c:extLst>
            <c:ext xmlns:c15="http://schemas.microsoft.com/office/drawing/2012/chart" uri="{02D57815-91ED-43cb-92C2-25804820EDAC}">
              <c15:filteredSeriesTitle>
                <c15:tx>
                  <c:strRef>
                    <c:extLst xmlns:c16="http://schemas.microsoft.com/office/drawing/2014/chart">
                      <c:ext uri="{02D57815-91ED-43cb-92C2-25804820EDAC}">
                        <c15:formulaRef>
                          <c15:sqref>Sheet1!$B$1</c15:sqref>
                        </c15:formulaRef>
                      </c:ext>
                    </c:extLst>
                    <c:strCache>
                      <c:ptCount val="1"/>
                      <c:pt idx="0">
                        <c:v>판정율</c:v>
                      </c:pt>
                    </c:strCache>
                  </c:strRef>
                </c15:tx>
              </c15:filteredSeriesTitle>
            </c:ext>
            <c:ext xmlns:c16="http://schemas.microsoft.com/office/drawing/2014/chart" uri="{C3380CC4-5D6E-409C-BE32-E72D297353CC}">
              <c16:uniqueId val="{00000006-3CD6-4598-AE2F-A48A4A97C129}"/>
            </c:ext>
          </c:extLst>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pPr>
          <a:endParaRPr lang="ko-KR"/>
        </a:p>
      </c:txPr>
    </c:legend>
    <c:plotVisOnly val="1"/>
    <c:dispBlanksAs val="gap"/>
    <c:showDLblsOverMax val="0"/>
  </c:chart>
  <c:spPr>
    <a:noFill/>
    <a:ln w="6350">
      <a:solidFill>
        <a:schemeClr val="tx2"/>
      </a:solidFill>
    </a:ln>
    <a:effectLst/>
  </c:spPr>
  <c:txPr>
    <a:bodyPr/>
    <a:lstStyle/>
    <a:p>
      <a:pPr>
        <a:defRPr/>
      </a:pPr>
      <a:endParaRPr lang="ko-KR"/>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태백체" pitchFamily="50" charset="-127"/>
                <a:ea typeface="태백체" pitchFamily="50" charset="-127"/>
                <a:cs typeface="+mn-cs"/>
              </a:defRPr>
            </a:pPr>
            <a:r>
              <a:rPr lang="ko-KR" altLang="en-US"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에러 현황</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태백체" pitchFamily="50" charset="-127"/>
              <a:ea typeface="태백체" pitchFamily="50" charset="-127"/>
              <a:cs typeface="+mn-cs"/>
            </a:defRPr>
          </a:pPr>
          <a:endParaRPr lang="ko-KR"/>
        </a:p>
      </c:txPr>
    </c:title>
    <c:autoTitleDeleted val="0"/>
    <c:plotArea>
      <c:layout/>
      <c:barChart>
        <c:barDir val="col"/>
        <c:grouping val="clustered"/>
        <c:varyColors val="0"/>
        <c:ser>
          <c:idx val="0"/>
          <c:order val="0"/>
          <c:tx>
            <c:strRef>
              <c:f>Sheet1!$B$1</c:f>
              <c:strCache>
                <c:ptCount val="1"/>
                <c:pt idx="0">
                  <c:v>특혜</c:v>
                </c:pt>
              </c:strCache>
            </c:strRef>
          </c:tx>
          <c:spPr>
            <a:solidFill>
              <a:srgbClr val="00338D"/>
            </a:solidFill>
            <a:ln>
              <a:noFill/>
            </a:ln>
            <a:effectLst/>
          </c:spPr>
          <c:invertIfNegative val="0"/>
          <c:cat>
            <c:strRef>
              <c:f>Sheet1!$A$2:$A$5</c:f>
              <c:strCache>
                <c:ptCount val="4"/>
                <c:pt idx="0">
                  <c:v>BOM 누락</c:v>
                </c:pt>
                <c:pt idx="1">
                  <c:v>HS코드 누락</c:v>
                </c:pt>
                <c:pt idx="2">
                  <c:v>원재료 단가</c:v>
                </c:pt>
                <c:pt idx="3">
                  <c:v>기타</c:v>
                </c:pt>
              </c:strCache>
            </c:strRef>
          </c:cat>
          <c:val>
            <c:numRef>
              <c:f>Sheet1!$B$2:$B$5</c:f>
              <c:numCache>
                <c:formatCode>General</c:formatCode>
                <c:ptCount val="4"/>
                <c:pt idx="0">
                  <c:v>0</c:v>
                </c:pt>
                <c:pt idx="1">
                  <c:v>0</c:v>
                </c:pt>
                <c:pt idx="2">
                  <c:v>0</c:v>
                </c:pt>
              </c:numCache>
            </c:numRef>
          </c:val>
          <c:extLst>
            <c:ext xmlns:c16="http://schemas.microsoft.com/office/drawing/2014/chart" uri="{C3380CC4-5D6E-409C-BE32-E72D297353CC}">
              <c16:uniqueId val="{00000005-C594-41DF-B19F-3EF5AACF3381}"/>
            </c:ext>
          </c:extLst>
        </c:ser>
        <c:dLbls>
          <c:showLegendKey val="0"/>
          <c:showVal val="0"/>
          <c:showCatName val="0"/>
          <c:showSerName val="0"/>
          <c:showPercent val="0"/>
          <c:showBubbleSize val="0"/>
        </c:dLbls>
        <c:gapWidth val="150"/>
        <c:axId val="1699221280"/>
        <c:axId val="1699222720"/>
      </c:barChart>
      <c:catAx>
        <c:axId val="1699221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altLang="ko-KR" sz="12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defRPr>
            </a:pPr>
            <a:endParaRPr lang="ko-KR"/>
          </a:p>
        </c:txPr>
        <c:crossAx val="1699222720"/>
        <c:crosses val="autoZero"/>
        <c:auto val="1"/>
        <c:lblAlgn val="ctr"/>
        <c:lblOffset val="100"/>
        <c:noMultiLvlLbl val="0"/>
      </c:catAx>
      <c:valAx>
        <c:axId val="1699222720"/>
        <c:scaling>
          <c:orientation val="minMax"/>
        </c:scaling>
        <c:delete val="0"/>
        <c:axPos val="l"/>
        <c:majorGridlines>
          <c:spPr>
            <a:ln w="19050"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en-US" altLang="ko-KR" sz="12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defRPr>
            </a:pPr>
            <a:endParaRPr lang="ko-KR"/>
          </a:p>
        </c:txPr>
        <c:crossAx val="169922128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charts/style2.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2019FFB7-BC95-4306-895C-455344E5FE21}" type="datetimeFigureOut">
              <a:rPr lang="ko-KR" altLang="en-US" smtClean="0"/>
              <a:t>2026-10-27</a:t>
            </a:fld>
            <a:endParaRPr lang="ko-KR" altLang="en-US"/>
          </a:p>
        </p:txBody>
      </p:sp>
      <p:sp>
        <p:nvSpPr>
          <p:cNvPr id="4" name="슬라이드 이미지 개체 틀 3"/>
          <p:cNvSpPr>
            <a:spLocks noGrp="1" noRot="1" noChangeAspect="1"/>
          </p:cNvSpPr>
          <p:nvPr>
            <p:ph type="sldImg" idx="2"/>
          </p:nvPr>
        </p:nvSpPr>
        <p:spPr>
          <a:xfrm>
            <a:off x="981075" y="1243013"/>
            <a:ext cx="4843463" cy="3354387"/>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31DE5822-00B5-4791-8941-317D61C1D1CC}" type="slidenum">
              <a:rPr lang="ko-KR" altLang="en-US" smtClean="0"/>
              <a:t>‹#›</a:t>
            </a:fld>
            <a:endParaRPr lang="ko-KR" altLang="en-US"/>
          </a:p>
        </p:txBody>
      </p:sp>
    </p:spTree>
    <p:extLst>
      <p:ext uri="{BB962C8B-B14F-4D97-AF65-F5344CB8AC3E}">
        <p14:creationId xmlns:p14="http://schemas.microsoft.com/office/powerpoint/2010/main" val="226275806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981075" y="1243013"/>
            <a:ext cx="4843463" cy="3354387"/>
          </a:xfrm>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1DE5822-00B5-4791-8941-317D61C1D1CC}" type="slidenum">
              <a:rPr lang="ko-KR" altLang="en-US" smtClean="0"/>
              <a:t>2</a:t>
            </a:fld>
            <a:endParaRPr lang="ko-KR" altLang="en-US"/>
          </a:p>
        </p:txBody>
      </p:sp>
    </p:spTree>
    <p:extLst>
      <p:ext uri="{BB962C8B-B14F-4D97-AF65-F5344CB8AC3E}">
        <p14:creationId xmlns:p14="http://schemas.microsoft.com/office/powerpoint/2010/main" val="3263343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981075" y="1243013"/>
            <a:ext cx="4843463" cy="3354387"/>
          </a:xfrm>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1DE5822-00B5-4791-8941-317D61C1D1CC}" type="slidenum">
              <a:rPr lang="ko-KR" altLang="en-US" smtClean="0"/>
              <a:t>3</a:t>
            </a:fld>
            <a:endParaRPr lang="ko-KR" altLang="en-US"/>
          </a:p>
        </p:txBody>
      </p:sp>
    </p:spTree>
    <p:extLst>
      <p:ext uri="{BB962C8B-B14F-4D97-AF65-F5344CB8AC3E}">
        <p14:creationId xmlns:p14="http://schemas.microsoft.com/office/powerpoint/2010/main" val="3859432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31DE5822-00B5-4791-8941-317D61C1D1CC}" type="slidenum">
              <a:rPr lang="ko-KR" altLang="en-US" smtClean="0"/>
              <a:t>5</a:t>
            </a:fld>
            <a:endParaRPr lang="ko-KR" altLang="en-US"/>
          </a:p>
        </p:txBody>
      </p:sp>
    </p:spTree>
    <p:extLst>
      <p:ext uri="{BB962C8B-B14F-4D97-AF65-F5344CB8AC3E}">
        <p14:creationId xmlns:p14="http://schemas.microsoft.com/office/powerpoint/2010/main" val="17884243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31DE5822-00B5-4791-8941-317D61C1D1CC}" type="slidenum">
              <a:rPr lang="ko-KR" altLang="en-US" smtClean="0"/>
              <a:t>6</a:t>
            </a:fld>
            <a:endParaRPr lang="ko-KR" altLang="en-US"/>
          </a:p>
        </p:txBody>
      </p:sp>
    </p:spTree>
    <p:extLst>
      <p:ext uri="{BB962C8B-B14F-4D97-AF65-F5344CB8AC3E}">
        <p14:creationId xmlns:p14="http://schemas.microsoft.com/office/powerpoint/2010/main" val="19554924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 Right light vertical image">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stretch>
            <a:fillRect/>
          </a:stretch>
        </p:blipFill>
        <p:spPr>
          <a:xfrm>
            <a:off x="0" y="-83820"/>
            <a:ext cx="9906000" cy="7025640"/>
          </a:xfrm>
          <a:prstGeom prst="rect">
            <a:avLst/>
          </a:prstGeom>
        </p:spPr>
      </p:pic>
      <p:sp>
        <p:nvSpPr>
          <p:cNvPr id="2" name="Title 1"/>
          <p:cNvSpPr>
            <a:spLocks noGrp="1"/>
          </p:cNvSpPr>
          <p:nvPr>
            <p:ph type="ctrTitle" hasCustomPrompt="1"/>
          </p:nvPr>
        </p:nvSpPr>
        <p:spPr>
          <a:xfrm>
            <a:off x="787800" y="1339200"/>
            <a:ext cx="6708000" cy="3510000"/>
          </a:xfrm>
          <a:prstGeom prst="rect">
            <a:avLst/>
          </a:prstGeom>
        </p:spPr>
        <p:txBody>
          <a:bodyPr anchor="t" anchorCtr="0"/>
          <a:lstStyle>
            <a:lvl1pPr algn="l">
              <a:defRPr sz="11000">
                <a:solidFill>
                  <a:schemeClr val="bg1"/>
                </a:solidFill>
              </a:defRPr>
            </a:lvl1pPr>
          </a:lstStyle>
          <a:p>
            <a:r>
              <a:rPr lang="en-GB" dirty="0"/>
              <a:t>Title Slide 1 – </a:t>
            </a:r>
            <a:br>
              <a:rPr lang="en-GB" dirty="0"/>
            </a:br>
            <a:r>
              <a:rPr lang="en-GB" dirty="0"/>
              <a:t>left light vertical image</a:t>
            </a:r>
            <a:endParaRPr lang="en-US" dirty="0"/>
          </a:p>
        </p:txBody>
      </p:sp>
      <p:sp>
        <p:nvSpPr>
          <p:cNvPr id="6" name="Text Placeholder 3"/>
          <p:cNvSpPr>
            <a:spLocks noGrp="1"/>
          </p:cNvSpPr>
          <p:nvPr>
            <p:ph type="body" sz="quarter" idx="11"/>
          </p:nvPr>
        </p:nvSpPr>
        <p:spPr>
          <a:xfrm>
            <a:off x="819000" y="5036400"/>
            <a:ext cx="6676800"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7" name="그림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93110" y="782799"/>
            <a:ext cx="1553543" cy="343527"/>
          </a:xfrm>
          <a:prstGeom prst="rect">
            <a:avLst/>
          </a:prstGeom>
        </p:spPr>
      </p:pic>
    </p:spTree>
    <p:extLst>
      <p:ext uri="{BB962C8B-B14F-4D97-AF65-F5344CB8AC3E}">
        <p14:creationId xmlns:p14="http://schemas.microsoft.com/office/powerpoint/2010/main" val="485834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 Right dark vertical image">
    <p:spTree>
      <p:nvGrpSpPr>
        <p:cNvPr id="1" name=""/>
        <p:cNvGrpSpPr/>
        <p:nvPr/>
      </p:nvGrpSpPr>
      <p:grpSpPr>
        <a:xfrm>
          <a:off x="0" y="0"/>
          <a:ext cx="0" cy="0"/>
          <a:chOff x="0" y="0"/>
          <a:chExt cx="0" cy="0"/>
        </a:xfrm>
      </p:grpSpPr>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3484" y="0"/>
            <a:ext cx="9879032" cy="6858000"/>
          </a:xfrm>
          <a:prstGeom prst="rect">
            <a:avLst/>
          </a:prstGeom>
        </p:spPr>
      </p:pic>
      <p:sp>
        <p:nvSpPr>
          <p:cNvPr id="2" name="Title 1"/>
          <p:cNvSpPr>
            <a:spLocks noGrp="1"/>
          </p:cNvSpPr>
          <p:nvPr>
            <p:ph type="ctrTitle" hasCustomPrompt="1"/>
          </p:nvPr>
        </p:nvSpPr>
        <p:spPr>
          <a:xfrm>
            <a:off x="787800" y="1339200"/>
            <a:ext cx="6708000" cy="3510000"/>
          </a:xfrm>
          <a:prstGeom prst="rect">
            <a:avLst/>
          </a:prstGeom>
        </p:spPr>
        <p:txBody>
          <a:bodyPr anchor="t" anchorCtr="0"/>
          <a:lstStyle>
            <a:lvl1pPr algn="l">
              <a:defRPr sz="11000">
                <a:solidFill>
                  <a:schemeClr val="bg1"/>
                </a:solidFill>
              </a:defRPr>
            </a:lvl1pPr>
          </a:lstStyle>
          <a:p>
            <a:r>
              <a:rPr lang="en-GB" dirty="0"/>
              <a:t>Title slide 2 - right dark vertical image</a:t>
            </a:r>
            <a:endParaRPr lang="en-US" dirty="0"/>
          </a:p>
        </p:txBody>
      </p:sp>
      <p:sp>
        <p:nvSpPr>
          <p:cNvPr id="7" name="Text Placeholder 3"/>
          <p:cNvSpPr>
            <a:spLocks noGrp="1"/>
          </p:cNvSpPr>
          <p:nvPr>
            <p:ph type="body" sz="quarter" idx="11"/>
          </p:nvPr>
        </p:nvSpPr>
        <p:spPr>
          <a:xfrm>
            <a:off x="819000" y="5036400"/>
            <a:ext cx="6676800"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93110" y="782799"/>
            <a:ext cx="1553543" cy="343527"/>
          </a:xfrm>
          <a:prstGeom prst="rect">
            <a:avLst/>
          </a:prstGeom>
        </p:spPr>
      </p:pic>
    </p:spTree>
    <p:extLst>
      <p:ext uri="{BB962C8B-B14F-4D97-AF65-F5344CB8AC3E}">
        <p14:creationId xmlns:p14="http://schemas.microsoft.com/office/powerpoint/2010/main" val="3383287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 Left light vertical image">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9906000" cy="7025640"/>
          </a:xfrm>
          <a:prstGeom prst="rect">
            <a:avLst/>
          </a:prstGeom>
        </p:spPr>
      </p:pic>
      <p:sp>
        <p:nvSpPr>
          <p:cNvPr id="2" name="Title 1"/>
          <p:cNvSpPr>
            <a:spLocks noGrp="1"/>
          </p:cNvSpPr>
          <p:nvPr>
            <p:ph type="ctrTitle" hasCustomPrompt="1"/>
          </p:nvPr>
        </p:nvSpPr>
        <p:spPr>
          <a:xfrm>
            <a:off x="3700856" y="1339200"/>
            <a:ext cx="5398562" cy="3510000"/>
          </a:xfrm>
          <a:prstGeom prst="rect">
            <a:avLst/>
          </a:prstGeom>
        </p:spPr>
        <p:txBody>
          <a:bodyPr anchor="t" anchorCtr="0"/>
          <a:lstStyle>
            <a:lvl1pPr algn="l">
              <a:defRPr sz="11000">
                <a:solidFill>
                  <a:schemeClr val="bg1"/>
                </a:solidFill>
              </a:defRPr>
            </a:lvl1pPr>
          </a:lstStyle>
          <a:p>
            <a:r>
              <a:rPr lang="en-GB" dirty="0"/>
              <a:t>Title slide 3</a:t>
            </a:r>
            <a:br>
              <a:rPr lang="en-GB" dirty="0"/>
            </a:br>
            <a:r>
              <a:rPr lang="en-GB" dirty="0"/>
              <a:t>light right vertical image</a:t>
            </a:r>
            <a:endParaRPr lang="en-US" dirty="0"/>
          </a:p>
        </p:txBody>
      </p:sp>
      <p:sp>
        <p:nvSpPr>
          <p:cNvPr id="6" name="Text Placeholder 3"/>
          <p:cNvSpPr>
            <a:spLocks noGrp="1"/>
          </p:cNvSpPr>
          <p:nvPr>
            <p:ph type="body" sz="quarter" idx="11"/>
          </p:nvPr>
        </p:nvSpPr>
        <p:spPr>
          <a:xfrm>
            <a:off x="3732056" y="5036400"/>
            <a:ext cx="4910100"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664013" y="782799"/>
            <a:ext cx="1553543" cy="343527"/>
          </a:xfrm>
          <a:prstGeom prst="rect">
            <a:avLst/>
          </a:prstGeom>
        </p:spPr>
      </p:pic>
    </p:spTree>
    <p:extLst>
      <p:ext uri="{BB962C8B-B14F-4D97-AF65-F5344CB8AC3E}">
        <p14:creationId xmlns:p14="http://schemas.microsoft.com/office/powerpoint/2010/main" val="22422555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4 - Left dark vertical image">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3485" y="0"/>
            <a:ext cx="9892516" cy="6858000"/>
          </a:xfrm>
          <a:prstGeom prst="rect">
            <a:avLst/>
          </a:prstGeom>
        </p:spPr>
      </p:pic>
      <p:sp>
        <p:nvSpPr>
          <p:cNvPr id="8" name="Title 1"/>
          <p:cNvSpPr>
            <a:spLocks noGrp="1"/>
          </p:cNvSpPr>
          <p:nvPr>
            <p:ph type="ctrTitle" hasCustomPrompt="1"/>
          </p:nvPr>
        </p:nvSpPr>
        <p:spPr>
          <a:xfrm>
            <a:off x="3700856" y="1339200"/>
            <a:ext cx="5398562" cy="3510000"/>
          </a:xfrm>
          <a:prstGeom prst="rect">
            <a:avLst/>
          </a:prstGeom>
        </p:spPr>
        <p:txBody>
          <a:bodyPr anchor="t" anchorCtr="0"/>
          <a:lstStyle>
            <a:lvl1pPr algn="l">
              <a:defRPr sz="11000">
                <a:solidFill>
                  <a:schemeClr val="bg1"/>
                </a:solidFill>
              </a:defRPr>
            </a:lvl1pPr>
          </a:lstStyle>
          <a:p>
            <a:r>
              <a:rPr lang="en-GB" dirty="0"/>
              <a:t>Title slide 4</a:t>
            </a:r>
            <a:br>
              <a:rPr lang="en-GB" dirty="0"/>
            </a:br>
            <a:r>
              <a:rPr lang="en-GB" dirty="0"/>
              <a:t>dark right vertical image</a:t>
            </a:r>
            <a:endParaRPr lang="en-US" dirty="0"/>
          </a:p>
        </p:txBody>
      </p:sp>
      <p:sp>
        <p:nvSpPr>
          <p:cNvPr id="10" name="Text Placeholder 3"/>
          <p:cNvSpPr>
            <a:spLocks noGrp="1"/>
          </p:cNvSpPr>
          <p:nvPr>
            <p:ph type="body" sz="quarter" idx="11"/>
          </p:nvPr>
        </p:nvSpPr>
        <p:spPr>
          <a:xfrm>
            <a:off x="3732056" y="5036400"/>
            <a:ext cx="536736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6" name="그림 5"/>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664013" y="782799"/>
            <a:ext cx="1553543" cy="343527"/>
          </a:xfrm>
          <a:prstGeom prst="rect">
            <a:avLst/>
          </a:prstGeom>
        </p:spPr>
      </p:pic>
    </p:spTree>
    <p:extLst>
      <p:ext uri="{BB962C8B-B14F-4D97-AF65-F5344CB8AC3E}">
        <p14:creationId xmlns:p14="http://schemas.microsoft.com/office/powerpoint/2010/main" val="30579492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5 - Singular image">
    <p:spTree>
      <p:nvGrpSpPr>
        <p:cNvPr id="1" name=""/>
        <p:cNvGrpSpPr/>
        <p:nvPr/>
      </p:nvGrpSpPr>
      <p:grpSpPr>
        <a:xfrm>
          <a:off x="0" y="0"/>
          <a:ext cx="0" cy="0"/>
          <a:chOff x="0" y="0"/>
          <a:chExt cx="0" cy="0"/>
        </a:xfrm>
      </p:grpSpPr>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5570" y="0"/>
            <a:ext cx="9879032" cy="6858000"/>
          </a:xfrm>
          <a:prstGeom prst="rect">
            <a:avLst/>
          </a:prstGeom>
        </p:spPr>
      </p:pic>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US" dirty="0"/>
              <a:t>Title slide 5</a:t>
            </a:r>
            <a:br>
              <a:rPr lang="en-US" dirty="0"/>
            </a:br>
            <a:r>
              <a:rPr lang="en-US" dirty="0"/>
              <a:t>singular </a:t>
            </a:r>
            <a:br>
              <a:rPr lang="en-US" dirty="0"/>
            </a:br>
            <a:r>
              <a:rPr lang="en-US" dirty="0"/>
              <a:t>image</a:t>
            </a:r>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pPr latinLnBrk="0"/>
            <a:endParaRPr sz="1800" dirty="0">
              <a:solidFill>
                <a:srgbClr val="000000"/>
              </a:solidFill>
            </a:endParaRPr>
          </a:p>
        </p:txBody>
      </p:sp>
      <p:sp>
        <p:nvSpPr>
          <p:cNvPr id="8"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7" name="그림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6666326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6 - No imag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Title slide 6 – </a:t>
            </a:r>
            <a:br>
              <a:rPr lang="en-GB" dirty="0"/>
            </a:br>
            <a:r>
              <a:rPr lang="en-GB" dirty="0"/>
              <a:t>no image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68151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a:xfrm>
            <a:off x="815100" y="186338"/>
            <a:ext cx="8275800" cy="518400"/>
          </a:xfrm>
          <a:prstGeom prst="rect">
            <a:avLst/>
          </a:prstGeom>
        </p:spPr>
        <p:txBody>
          <a:bodyPr anchor="ctr" anchorCtr="0"/>
          <a:lstStyle>
            <a:lvl1pPr>
              <a:defRPr sz="2800">
                <a:latin typeface="맑은 고딕" panose="020B0503020000020004" pitchFamily="50" charset="-127"/>
                <a:ea typeface="맑은 고딕" panose="020B0503020000020004" pitchFamily="50" charset="-127"/>
              </a:defRPr>
            </a:lvl1pPr>
          </a:lstStyle>
          <a:p>
            <a:r>
              <a:rPr lang="ko-KR" altLang="en-US" dirty="0"/>
              <a:t>마스터 제목 스타일 편집</a:t>
            </a:r>
            <a:endParaRPr lang="en-US" dirty="0"/>
          </a:p>
        </p:txBody>
      </p:sp>
    </p:spTree>
    <p:extLst>
      <p:ext uri="{BB962C8B-B14F-4D97-AF65-F5344CB8AC3E}">
        <p14:creationId xmlns:p14="http://schemas.microsoft.com/office/powerpoint/2010/main" val="19729876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1209602"/>
            <a:ext cx="82758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2196645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1209602"/>
            <a:ext cx="40365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4" name="Text Placeholder 8"/>
          <p:cNvSpPr>
            <a:spLocks noGrp="1"/>
          </p:cNvSpPr>
          <p:nvPr>
            <p:ph type="body" sz="quarter" idx="11"/>
          </p:nvPr>
        </p:nvSpPr>
        <p:spPr>
          <a:xfrm>
            <a:off x="5054400" y="1209602"/>
            <a:ext cx="40365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3589352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WITH IMAGE OR CHAR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1209602"/>
            <a:ext cx="40365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5" name="Chart Placeholder 4"/>
          <p:cNvSpPr>
            <a:spLocks noGrp="1"/>
          </p:cNvSpPr>
          <p:nvPr>
            <p:ph type="chart" sz="quarter" idx="13"/>
          </p:nvPr>
        </p:nvSpPr>
        <p:spPr>
          <a:xfrm>
            <a:off x="5054400" y="1209600"/>
            <a:ext cx="4036500" cy="4593600"/>
          </a:xfrm>
        </p:spPr>
        <p:txBody>
          <a:bodyPr anchor="ctr"/>
          <a:lstStyle>
            <a:lvl1pPr algn="ctr">
              <a:defRPr/>
            </a:lvl1pPr>
          </a:lstStyle>
          <a:p>
            <a:r>
              <a:rPr lang="ko-KR" altLang="en-US"/>
              <a:t>차트를 추가하려면 아이콘을 클릭하십시오</a:t>
            </a:r>
            <a:endParaRPr lang="en-GB" dirty="0"/>
          </a:p>
        </p:txBody>
      </p:sp>
    </p:spTree>
    <p:extLst>
      <p:ext uri="{BB962C8B-B14F-4D97-AF65-F5344CB8AC3E}">
        <p14:creationId xmlns:p14="http://schemas.microsoft.com/office/powerpoint/2010/main" val="529169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 CHART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5" name="Chart Placeholder 4"/>
          <p:cNvSpPr>
            <a:spLocks noGrp="1"/>
          </p:cNvSpPr>
          <p:nvPr>
            <p:ph type="chart" sz="quarter" idx="11"/>
          </p:nvPr>
        </p:nvSpPr>
        <p:spPr>
          <a:xfrm>
            <a:off x="5054400" y="1209600"/>
            <a:ext cx="4036500" cy="4593600"/>
          </a:xfrm>
        </p:spPr>
        <p:txBody>
          <a:bodyPr anchor="ctr"/>
          <a:lstStyle>
            <a:lvl1pPr algn="ctr">
              <a:defRPr/>
            </a:lvl1pPr>
          </a:lstStyle>
          <a:p>
            <a:r>
              <a:rPr lang="ko-KR" altLang="en-US"/>
              <a:t>차트를 추가하려면 아이콘을 클릭하십시오</a:t>
            </a:r>
            <a:endParaRPr lang="en-GB" dirty="0"/>
          </a:p>
        </p:txBody>
      </p:sp>
      <p:sp>
        <p:nvSpPr>
          <p:cNvPr id="6" name="Chart Placeholder 4"/>
          <p:cNvSpPr>
            <a:spLocks noGrp="1"/>
          </p:cNvSpPr>
          <p:nvPr>
            <p:ph type="chart" sz="quarter" idx="12"/>
          </p:nvPr>
        </p:nvSpPr>
        <p:spPr>
          <a:xfrm>
            <a:off x="815100" y="1209600"/>
            <a:ext cx="4036500" cy="4593600"/>
          </a:xfrm>
        </p:spPr>
        <p:txBody>
          <a:bodyPr anchor="ctr"/>
          <a:lstStyle>
            <a:lvl1pPr algn="ctr">
              <a:defRPr/>
            </a:lvl1pPr>
          </a:lstStyle>
          <a:p>
            <a:r>
              <a:rPr lang="ko-KR" altLang="en-US"/>
              <a:t>차트를 추가하려면 아이콘을 클릭하십시오</a:t>
            </a:r>
            <a:endParaRPr lang="en-GB" dirty="0"/>
          </a:p>
        </p:txBody>
      </p:sp>
    </p:spTree>
    <p:extLst>
      <p:ext uri="{BB962C8B-B14F-4D97-AF65-F5344CB8AC3E}">
        <p14:creationId xmlns:p14="http://schemas.microsoft.com/office/powerpoint/2010/main" val="16653075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COLUMN CHART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3607200"/>
            <a:ext cx="8275800" cy="21960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5" name="Chart Placeholder 4"/>
          <p:cNvSpPr>
            <a:spLocks noGrp="1"/>
          </p:cNvSpPr>
          <p:nvPr>
            <p:ph type="chart" sz="quarter" idx="11"/>
          </p:nvPr>
        </p:nvSpPr>
        <p:spPr>
          <a:xfrm>
            <a:off x="815100" y="1209600"/>
            <a:ext cx="8275800" cy="2196000"/>
          </a:xfrm>
        </p:spPr>
        <p:txBody>
          <a:bodyPr anchor="ctr"/>
          <a:lstStyle>
            <a:lvl1pPr algn="ctr">
              <a:defRPr/>
            </a:lvl1pPr>
          </a:lstStyle>
          <a:p>
            <a:r>
              <a:rPr lang="ko-KR" altLang="en-US"/>
              <a:t>차트를 추가하려면 아이콘을 클릭하십시오</a:t>
            </a:r>
            <a:endParaRPr lang="en-GB" dirty="0"/>
          </a:p>
        </p:txBody>
      </p:sp>
    </p:spTree>
    <p:extLst>
      <p:ext uri="{BB962C8B-B14F-4D97-AF65-F5344CB8AC3E}">
        <p14:creationId xmlns:p14="http://schemas.microsoft.com/office/powerpoint/2010/main" val="12020394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 CHART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5" name="Chart Placeholder 4"/>
          <p:cNvSpPr>
            <a:spLocks noGrp="1"/>
          </p:cNvSpPr>
          <p:nvPr>
            <p:ph type="chart" sz="quarter" idx="11"/>
          </p:nvPr>
        </p:nvSpPr>
        <p:spPr>
          <a:xfrm>
            <a:off x="3697200" y="1209600"/>
            <a:ext cx="2550600" cy="2185200"/>
          </a:xfrm>
        </p:spPr>
        <p:txBody>
          <a:bodyPr anchor="ctr"/>
          <a:lstStyle>
            <a:lvl1pPr algn="ctr">
              <a:defRPr/>
            </a:lvl1pPr>
          </a:lstStyle>
          <a:p>
            <a:r>
              <a:rPr lang="ko-KR" altLang="en-US"/>
              <a:t>차트를 추가하려면 아이콘을 클릭하십시오</a:t>
            </a:r>
            <a:endParaRPr lang="en-GB" dirty="0"/>
          </a:p>
        </p:txBody>
      </p:sp>
      <p:sp>
        <p:nvSpPr>
          <p:cNvPr id="6" name="Chart Placeholder 4"/>
          <p:cNvSpPr>
            <a:spLocks noGrp="1"/>
          </p:cNvSpPr>
          <p:nvPr>
            <p:ph type="chart" sz="quarter" idx="12"/>
          </p:nvPr>
        </p:nvSpPr>
        <p:spPr>
          <a:xfrm>
            <a:off x="815100" y="1209600"/>
            <a:ext cx="2589600" cy="2185200"/>
          </a:xfrm>
        </p:spPr>
        <p:txBody>
          <a:bodyPr anchor="ctr"/>
          <a:lstStyle>
            <a:lvl1pPr algn="ctr">
              <a:defRPr/>
            </a:lvl1pPr>
          </a:lstStyle>
          <a:p>
            <a:r>
              <a:rPr lang="ko-KR" altLang="en-US"/>
              <a:t>차트를 추가하려면 아이콘을 클릭하십시오</a:t>
            </a:r>
            <a:endParaRPr lang="en-GB" dirty="0"/>
          </a:p>
        </p:txBody>
      </p:sp>
      <p:sp>
        <p:nvSpPr>
          <p:cNvPr id="7" name="Text Placeholder 8"/>
          <p:cNvSpPr>
            <a:spLocks noGrp="1"/>
          </p:cNvSpPr>
          <p:nvPr>
            <p:ph type="body" sz="quarter" idx="10"/>
          </p:nvPr>
        </p:nvSpPr>
        <p:spPr>
          <a:xfrm>
            <a:off x="815100" y="3607200"/>
            <a:ext cx="2589600" cy="21960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8" name="Chart Placeholder 4"/>
          <p:cNvSpPr>
            <a:spLocks noGrp="1"/>
          </p:cNvSpPr>
          <p:nvPr>
            <p:ph type="chart" sz="quarter" idx="13"/>
          </p:nvPr>
        </p:nvSpPr>
        <p:spPr>
          <a:xfrm>
            <a:off x="6540300" y="1209600"/>
            <a:ext cx="2550600" cy="2185200"/>
          </a:xfrm>
        </p:spPr>
        <p:txBody>
          <a:bodyPr anchor="ctr"/>
          <a:lstStyle>
            <a:lvl1pPr algn="ctr">
              <a:defRPr/>
            </a:lvl1pPr>
          </a:lstStyle>
          <a:p>
            <a:r>
              <a:rPr lang="ko-KR" altLang="en-US"/>
              <a:t>차트를 추가하려면 아이콘을 클릭하십시오</a:t>
            </a:r>
            <a:endParaRPr lang="en-GB" dirty="0"/>
          </a:p>
        </p:txBody>
      </p:sp>
      <p:sp>
        <p:nvSpPr>
          <p:cNvPr id="9" name="Text Placeholder 8"/>
          <p:cNvSpPr>
            <a:spLocks noGrp="1"/>
          </p:cNvSpPr>
          <p:nvPr>
            <p:ph type="body" sz="quarter" idx="14"/>
          </p:nvPr>
        </p:nvSpPr>
        <p:spPr>
          <a:xfrm>
            <a:off x="3658200" y="3607200"/>
            <a:ext cx="2589600" cy="21960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0" name="Text Placeholder 8"/>
          <p:cNvSpPr>
            <a:spLocks noGrp="1"/>
          </p:cNvSpPr>
          <p:nvPr>
            <p:ph type="body" sz="quarter" idx="15"/>
          </p:nvPr>
        </p:nvSpPr>
        <p:spPr>
          <a:xfrm>
            <a:off x="6501300" y="3607200"/>
            <a:ext cx="2589600" cy="21960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39329437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4" name="Picture Placeholder 3"/>
          <p:cNvSpPr>
            <a:spLocks noGrp="1"/>
          </p:cNvSpPr>
          <p:nvPr>
            <p:ph type="pic" sz="quarter" idx="10"/>
          </p:nvPr>
        </p:nvSpPr>
        <p:spPr>
          <a:xfrm>
            <a:off x="815100" y="1209600"/>
            <a:ext cx="8275800" cy="4593600"/>
          </a:xfrm>
        </p:spPr>
        <p:txBody>
          <a:bodyPr anchor="ctr"/>
          <a:lstStyle>
            <a:lvl1pPr algn="ctr">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18145522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FULL IMAGE">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906000" cy="6858000"/>
          </a:xfrm>
        </p:spPr>
        <p:txBody>
          <a:bodyPr anchor="ctr"/>
          <a:lstStyle>
            <a:lvl1pPr algn="ctr">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33962795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YOU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1209602"/>
            <a:ext cx="82758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31093740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CESS FIVE COLUMN">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4" name="Text Placeholder 8"/>
          <p:cNvSpPr>
            <a:spLocks noGrp="1"/>
          </p:cNvSpPr>
          <p:nvPr>
            <p:ph type="body" sz="quarter" idx="11"/>
          </p:nvPr>
        </p:nvSpPr>
        <p:spPr>
          <a:xfrm>
            <a:off x="2502825"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5" name="Text Placeholder 8"/>
          <p:cNvSpPr>
            <a:spLocks noGrp="1"/>
          </p:cNvSpPr>
          <p:nvPr>
            <p:ph type="body" sz="quarter" idx="12"/>
          </p:nvPr>
        </p:nvSpPr>
        <p:spPr>
          <a:xfrm>
            <a:off x="4190550"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6" name="Text Placeholder 8"/>
          <p:cNvSpPr>
            <a:spLocks noGrp="1"/>
          </p:cNvSpPr>
          <p:nvPr>
            <p:ph type="body" sz="quarter" idx="13"/>
          </p:nvPr>
        </p:nvSpPr>
        <p:spPr>
          <a:xfrm>
            <a:off x="5878275"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3" name="Text Placeholder 12"/>
          <p:cNvSpPr>
            <a:spLocks noGrp="1"/>
          </p:cNvSpPr>
          <p:nvPr>
            <p:ph type="body" sz="quarter" idx="14" hasCustomPrompt="1"/>
          </p:nvPr>
        </p:nvSpPr>
        <p:spPr>
          <a:xfrm>
            <a:off x="808302" y="1222512"/>
            <a:ext cx="1524900" cy="604800"/>
          </a:xfrm>
          <a:prstGeom prst="homePlate">
            <a:avLst>
              <a:gd name="adj" fmla="val 31970"/>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5" name="Text Placeholder 12"/>
          <p:cNvSpPr>
            <a:spLocks noGrp="1"/>
          </p:cNvSpPr>
          <p:nvPr>
            <p:ph type="body" sz="quarter" idx="15" hasCustomPrompt="1"/>
          </p:nvPr>
        </p:nvSpPr>
        <p:spPr>
          <a:xfrm>
            <a:off x="2497727" y="1222512"/>
            <a:ext cx="15249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6" name="Text Placeholder 12"/>
          <p:cNvSpPr>
            <a:spLocks noGrp="1"/>
          </p:cNvSpPr>
          <p:nvPr>
            <p:ph type="body" sz="quarter" idx="16" hasCustomPrompt="1"/>
          </p:nvPr>
        </p:nvSpPr>
        <p:spPr>
          <a:xfrm>
            <a:off x="4187152" y="1222512"/>
            <a:ext cx="15249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7" name="Text Placeholder 12"/>
          <p:cNvSpPr>
            <a:spLocks noGrp="1"/>
          </p:cNvSpPr>
          <p:nvPr>
            <p:ph type="body" sz="quarter" idx="17" hasCustomPrompt="1"/>
          </p:nvPr>
        </p:nvSpPr>
        <p:spPr>
          <a:xfrm>
            <a:off x="5876576" y="1222512"/>
            <a:ext cx="15249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1" name="Text Placeholder 12"/>
          <p:cNvSpPr>
            <a:spLocks noGrp="1"/>
          </p:cNvSpPr>
          <p:nvPr>
            <p:ph type="body" sz="quarter" idx="18" hasCustomPrompt="1"/>
          </p:nvPr>
        </p:nvSpPr>
        <p:spPr>
          <a:xfrm>
            <a:off x="7566000" y="1222512"/>
            <a:ext cx="15249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2" name="Text Placeholder 8"/>
          <p:cNvSpPr>
            <a:spLocks noGrp="1"/>
          </p:cNvSpPr>
          <p:nvPr>
            <p:ph type="body" sz="quarter" idx="19"/>
          </p:nvPr>
        </p:nvSpPr>
        <p:spPr>
          <a:xfrm>
            <a:off x="7566000"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402014286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ROCESS FOUR COLUMN">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2099425"/>
            <a:ext cx="19071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4" name="Text Placeholder 8"/>
          <p:cNvSpPr>
            <a:spLocks noGrp="1"/>
          </p:cNvSpPr>
          <p:nvPr>
            <p:ph type="body" sz="quarter" idx="11"/>
          </p:nvPr>
        </p:nvSpPr>
        <p:spPr>
          <a:xfrm>
            <a:off x="2938000" y="2099425"/>
            <a:ext cx="19071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5" name="Text Placeholder 8"/>
          <p:cNvSpPr>
            <a:spLocks noGrp="1"/>
          </p:cNvSpPr>
          <p:nvPr>
            <p:ph type="body" sz="quarter" idx="12"/>
          </p:nvPr>
        </p:nvSpPr>
        <p:spPr>
          <a:xfrm>
            <a:off x="5060900" y="2099425"/>
            <a:ext cx="19071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6" name="Text Placeholder 8"/>
          <p:cNvSpPr>
            <a:spLocks noGrp="1"/>
          </p:cNvSpPr>
          <p:nvPr>
            <p:ph type="body" sz="quarter" idx="13"/>
          </p:nvPr>
        </p:nvSpPr>
        <p:spPr>
          <a:xfrm>
            <a:off x="7183800" y="2099425"/>
            <a:ext cx="19071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3" name="Text Placeholder 12"/>
          <p:cNvSpPr>
            <a:spLocks noGrp="1"/>
          </p:cNvSpPr>
          <p:nvPr>
            <p:ph type="body" sz="quarter" idx="14" hasCustomPrompt="1"/>
          </p:nvPr>
        </p:nvSpPr>
        <p:spPr>
          <a:xfrm>
            <a:off x="808302" y="1222512"/>
            <a:ext cx="1907100" cy="604800"/>
          </a:xfrm>
          <a:prstGeom prst="homePlate">
            <a:avLst>
              <a:gd name="adj" fmla="val 31970"/>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5" name="Text Placeholder 12"/>
          <p:cNvSpPr>
            <a:spLocks noGrp="1"/>
          </p:cNvSpPr>
          <p:nvPr>
            <p:ph type="body" sz="quarter" idx="15" hasCustomPrompt="1"/>
          </p:nvPr>
        </p:nvSpPr>
        <p:spPr>
          <a:xfrm>
            <a:off x="2933468" y="1222512"/>
            <a:ext cx="19071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6" name="Text Placeholder 12"/>
          <p:cNvSpPr>
            <a:spLocks noGrp="1"/>
          </p:cNvSpPr>
          <p:nvPr>
            <p:ph type="body" sz="quarter" idx="16" hasCustomPrompt="1"/>
          </p:nvPr>
        </p:nvSpPr>
        <p:spPr>
          <a:xfrm>
            <a:off x="5058635" y="1222512"/>
            <a:ext cx="19071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7" name="Text Placeholder 12"/>
          <p:cNvSpPr>
            <a:spLocks noGrp="1"/>
          </p:cNvSpPr>
          <p:nvPr>
            <p:ph type="body" sz="quarter" idx="17" hasCustomPrompt="1"/>
          </p:nvPr>
        </p:nvSpPr>
        <p:spPr>
          <a:xfrm>
            <a:off x="7183800" y="1222512"/>
            <a:ext cx="19071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Tree>
    <p:extLst>
      <p:ext uri="{BB962C8B-B14F-4D97-AF65-F5344CB8AC3E}">
        <p14:creationId xmlns:p14="http://schemas.microsoft.com/office/powerpoint/2010/main" val="31418818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AD WITH CENTER">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16" name="Text Placeholder 10"/>
          <p:cNvSpPr>
            <a:spLocks noGrp="1"/>
          </p:cNvSpPr>
          <p:nvPr>
            <p:ph type="body" sz="quarter" idx="21"/>
          </p:nvPr>
        </p:nvSpPr>
        <p:spPr bwMode="gray">
          <a:xfrm>
            <a:off x="4287361" y="2906133"/>
            <a:ext cx="1290900" cy="1192053"/>
          </a:xfrm>
          <a:prstGeom prst="ellipse">
            <a:avLst/>
          </a:prstGeom>
          <a:solidFill>
            <a:schemeClr val="accent1"/>
          </a:solidFill>
          <a:ln>
            <a:noFill/>
          </a:ln>
        </p:spPr>
        <p:txBody>
          <a:bodyPr lIns="54000" tIns="54000" rIns="54000" bIns="54000" anchor="ctr" anchorCtr="1">
            <a:noAutofit/>
          </a:bodyPr>
          <a:lstStyle>
            <a:lvl1pPr algn="ctr">
              <a:defRPr sz="1400">
                <a:solidFill>
                  <a:schemeClr val="bg1"/>
                </a:solidFill>
                <a:latin typeface="+mn-lt"/>
                <a:cs typeface="Arial" panose="020B0604020202020204" pitchFamily="34" charset="0"/>
              </a:defRPr>
            </a:lvl1pPr>
          </a:lstStyle>
          <a:p>
            <a:pPr lvl="0"/>
            <a:r>
              <a:rPr lang="ko-KR" altLang="en-US"/>
              <a:t>마스터 텍스트 스타일을 편집합니다</a:t>
            </a:r>
          </a:p>
        </p:txBody>
      </p:sp>
      <p:sp>
        <p:nvSpPr>
          <p:cNvPr id="17" name="Text Placeholder 20"/>
          <p:cNvSpPr>
            <a:spLocks noGrp="1"/>
          </p:cNvSpPr>
          <p:nvPr>
            <p:ph type="body" sz="quarter" idx="26"/>
          </p:nvPr>
        </p:nvSpPr>
        <p:spPr bwMode="gray">
          <a:xfrm>
            <a:off x="815221" y="1209600"/>
            <a:ext cx="3126252" cy="388800"/>
          </a:xfrm>
          <a:prstGeom prst="rect">
            <a:avLst/>
          </a:prstGeom>
          <a:solidFill>
            <a:schemeClr val="tx2"/>
          </a:solidFill>
          <a:ln w="12700">
            <a:solidFill>
              <a:srgbClr val="00338D"/>
            </a:solidFill>
          </a:ln>
        </p:spPr>
        <p:txBody>
          <a:bodyPr vert="horz" lIns="54000" tIns="54000" rIns="54000" bIns="54000" rtlCol="0" anchor="ctr" anchorCtr="0">
            <a:noAutofit/>
          </a:bodyPr>
          <a:lstStyle>
            <a:lvl1pPr>
              <a:defRPr lang="en-US" sz="1400" b="1" kern="1200" noProof="0" dirty="0" smtClean="0">
                <a:solidFill>
                  <a:schemeClr val="bg1"/>
                </a:solidFill>
                <a:latin typeface="+mn-lt"/>
                <a:ea typeface="+mn-ea"/>
                <a:cs typeface="Arial" panose="020B0604020202020204" pitchFamily="34" charset="0"/>
              </a:defRPr>
            </a:lvl1pPr>
            <a:lvl5pPr>
              <a:defRPr/>
            </a:lvl5pPr>
            <a:lvl6pPr>
              <a:defRPr baseline="0"/>
            </a:lvl6pPr>
            <a:lvl7pPr>
              <a:defRPr baseline="0"/>
            </a:lvl7pPr>
            <a:lvl8pPr>
              <a:defRPr baseline="0"/>
            </a:lvl8pPr>
          </a:lstStyle>
          <a:p>
            <a:pPr marL="0" lvl="0" indent="0" algn="l" defTabSz="914400" rtl="0" eaLnBrk="1" latinLnBrk="0" hangingPunct="1">
              <a:lnSpc>
                <a:spcPct val="100000"/>
              </a:lnSpc>
              <a:spcBef>
                <a:spcPts val="600"/>
              </a:spcBef>
              <a:buFont typeface="Arial" pitchFamily="34" charset="0"/>
              <a:buNone/>
            </a:pPr>
            <a:r>
              <a:rPr lang="ko-KR" altLang="en-US"/>
              <a:t>마스터 텍스트 스타일을 편집합니다</a:t>
            </a:r>
          </a:p>
        </p:txBody>
      </p:sp>
      <p:sp>
        <p:nvSpPr>
          <p:cNvPr id="24" name="AutoShape 20"/>
          <p:cNvSpPr>
            <a:spLocks noChangeArrowheads="1"/>
          </p:cNvSpPr>
          <p:nvPr userDrawn="1"/>
        </p:nvSpPr>
        <p:spPr bwMode="gray">
          <a:xfrm rot="2700000" flipH="1" flipV="1">
            <a:off x="5393612" y="3994383"/>
            <a:ext cx="396053" cy="389834"/>
          </a:xfrm>
          <a:prstGeom prst="rightArrow">
            <a:avLst>
              <a:gd name="adj1" fmla="val 63333"/>
              <a:gd name="adj2" fmla="val 49582"/>
            </a:avLst>
          </a:prstGeom>
          <a:solidFill>
            <a:srgbClr val="00338D"/>
          </a:solidFill>
          <a:ln w="6350" algn="ctr">
            <a:noFill/>
            <a:miter lim="800000"/>
            <a:headEnd/>
            <a:tailEnd/>
          </a:ln>
          <a:effectLst/>
        </p:spPr>
        <p:txBody>
          <a:bodyPr rot="10800000" wrap="none" anchor="ctr">
            <a:noAutofit/>
          </a:bodyPr>
          <a:lstStyle/>
          <a:p>
            <a:pPr latinLnBrk="0"/>
            <a:endParaRPr lang="en-CA" sz="1400" dirty="0">
              <a:solidFill>
                <a:srgbClr val="483698"/>
              </a:solidFill>
            </a:endParaRPr>
          </a:p>
        </p:txBody>
      </p:sp>
      <p:sp>
        <p:nvSpPr>
          <p:cNvPr id="25" name="AutoShape 20"/>
          <p:cNvSpPr>
            <a:spLocks noChangeArrowheads="1"/>
          </p:cNvSpPr>
          <p:nvPr userDrawn="1"/>
        </p:nvSpPr>
        <p:spPr bwMode="gray">
          <a:xfrm rot="18900000" flipV="1">
            <a:off x="4062062" y="4014666"/>
            <a:ext cx="442060" cy="349264"/>
          </a:xfrm>
          <a:prstGeom prst="rightArrow">
            <a:avLst>
              <a:gd name="adj1" fmla="val 63333"/>
              <a:gd name="adj2" fmla="val 49582"/>
            </a:avLst>
          </a:prstGeom>
          <a:solidFill>
            <a:schemeClr val="tx2"/>
          </a:solidFill>
          <a:ln w="6350" algn="ctr">
            <a:noFill/>
            <a:miter lim="800000"/>
            <a:headEnd/>
            <a:tailEnd/>
          </a:ln>
          <a:effectLst/>
        </p:spPr>
        <p:txBody>
          <a:bodyPr rot="10800000" wrap="none" anchor="ctr">
            <a:noAutofit/>
          </a:bodyPr>
          <a:lstStyle/>
          <a:p>
            <a:pPr latinLnBrk="0"/>
            <a:endParaRPr lang="en-CA" sz="1400" dirty="0">
              <a:solidFill>
                <a:srgbClr val="483698"/>
              </a:solidFill>
            </a:endParaRPr>
          </a:p>
        </p:txBody>
      </p:sp>
      <p:sp>
        <p:nvSpPr>
          <p:cNvPr id="26" name="Text Placeholder 20"/>
          <p:cNvSpPr>
            <a:spLocks noGrp="1"/>
          </p:cNvSpPr>
          <p:nvPr>
            <p:ph type="body" sz="quarter" idx="48"/>
          </p:nvPr>
        </p:nvSpPr>
        <p:spPr bwMode="gray">
          <a:xfrm>
            <a:off x="815221" y="3970800"/>
            <a:ext cx="3126252" cy="388800"/>
          </a:xfrm>
          <a:prstGeom prst="rect">
            <a:avLst/>
          </a:prstGeom>
          <a:solidFill>
            <a:schemeClr val="tx2"/>
          </a:solidFill>
          <a:ln w="12700">
            <a:solidFill>
              <a:srgbClr val="00338D"/>
            </a:solidFill>
          </a:ln>
        </p:spPr>
        <p:txBody>
          <a:bodyPr vert="horz" lIns="54000" tIns="54000" rIns="54000" bIns="54000" rtlCol="0" anchor="ctr" anchorCtr="0">
            <a:noAutofit/>
          </a:bodyPr>
          <a:lstStyle>
            <a:lvl1pPr>
              <a:defRPr lang="en-US" sz="1400" b="1" kern="1200" noProof="0" dirty="0" smtClean="0">
                <a:solidFill>
                  <a:schemeClr val="bg1"/>
                </a:solidFill>
                <a:latin typeface="+mn-lt"/>
                <a:ea typeface="+mn-ea"/>
                <a:cs typeface="Arial" panose="020B0604020202020204" pitchFamily="34" charset="0"/>
              </a:defRPr>
            </a:lvl1pPr>
            <a:lvl5pPr>
              <a:defRPr/>
            </a:lvl5pPr>
            <a:lvl6pPr>
              <a:defRPr baseline="0"/>
            </a:lvl6pPr>
            <a:lvl7pPr>
              <a:defRPr baseline="0"/>
            </a:lvl7pPr>
            <a:lvl8pPr>
              <a:defRPr baseline="0"/>
            </a:lvl8pPr>
          </a:lstStyle>
          <a:p>
            <a:pPr marL="0" lvl="0" indent="0" algn="l" defTabSz="914400" rtl="0" eaLnBrk="1" latinLnBrk="0" hangingPunct="1">
              <a:lnSpc>
                <a:spcPct val="100000"/>
              </a:lnSpc>
              <a:spcBef>
                <a:spcPts val="600"/>
              </a:spcBef>
              <a:buFont typeface="Arial" pitchFamily="34" charset="0"/>
              <a:buNone/>
            </a:pPr>
            <a:r>
              <a:rPr lang="ko-KR" altLang="en-US"/>
              <a:t>마스터 텍스트 스타일을 편집합니다</a:t>
            </a:r>
          </a:p>
        </p:txBody>
      </p:sp>
      <p:sp>
        <p:nvSpPr>
          <p:cNvPr id="27" name="Text Placeholder 20"/>
          <p:cNvSpPr>
            <a:spLocks noGrp="1"/>
          </p:cNvSpPr>
          <p:nvPr>
            <p:ph type="body" sz="quarter" idx="50"/>
          </p:nvPr>
        </p:nvSpPr>
        <p:spPr bwMode="gray">
          <a:xfrm>
            <a:off x="5967002" y="1209600"/>
            <a:ext cx="3126252" cy="388800"/>
          </a:xfrm>
          <a:prstGeom prst="rect">
            <a:avLst/>
          </a:prstGeom>
          <a:solidFill>
            <a:schemeClr val="tx2"/>
          </a:solidFill>
          <a:ln w="12700">
            <a:solidFill>
              <a:srgbClr val="00338D"/>
            </a:solidFill>
          </a:ln>
        </p:spPr>
        <p:txBody>
          <a:bodyPr vert="horz" lIns="54000" tIns="54000" rIns="54000" bIns="54000" rtlCol="0" anchor="ctr" anchorCtr="0">
            <a:noAutofit/>
          </a:bodyPr>
          <a:lstStyle>
            <a:lvl1pPr>
              <a:defRPr lang="en-US" sz="1400" b="1" kern="1200" noProof="0" dirty="0" smtClean="0">
                <a:solidFill>
                  <a:schemeClr val="bg1"/>
                </a:solidFill>
                <a:latin typeface="+mn-lt"/>
                <a:ea typeface="+mn-ea"/>
                <a:cs typeface="Arial" panose="020B0604020202020204" pitchFamily="34" charset="0"/>
              </a:defRPr>
            </a:lvl1pPr>
            <a:lvl5pPr>
              <a:defRPr/>
            </a:lvl5pPr>
            <a:lvl6pPr>
              <a:defRPr baseline="0"/>
            </a:lvl6pPr>
            <a:lvl7pPr>
              <a:defRPr baseline="0"/>
            </a:lvl7pPr>
            <a:lvl8pPr>
              <a:defRPr baseline="0"/>
            </a:lvl8pPr>
          </a:lstStyle>
          <a:p>
            <a:pPr marL="0" lvl="0" indent="0" algn="l" defTabSz="914400" rtl="0" eaLnBrk="1" latinLnBrk="0" hangingPunct="1">
              <a:lnSpc>
                <a:spcPct val="100000"/>
              </a:lnSpc>
              <a:spcBef>
                <a:spcPts val="600"/>
              </a:spcBef>
              <a:buFont typeface="Arial" pitchFamily="34" charset="0"/>
              <a:buNone/>
            </a:pPr>
            <a:r>
              <a:rPr lang="ko-KR" altLang="en-US"/>
              <a:t>마스터 텍스트 스타일을 편집합니다</a:t>
            </a:r>
          </a:p>
        </p:txBody>
      </p:sp>
      <p:sp>
        <p:nvSpPr>
          <p:cNvPr id="28" name="Text Placeholder 20"/>
          <p:cNvSpPr>
            <a:spLocks noGrp="1"/>
          </p:cNvSpPr>
          <p:nvPr>
            <p:ph type="body" sz="quarter" idx="52"/>
          </p:nvPr>
        </p:nvSpPr>
        <p:spPr bwMode="gray">
          <a:xfrm>
            <a:off x="5967002" y="3970800"/>
            <a:ext cx="3126252" cy="388800"/>
          </a:xfrm>
          <a:prstGeom prst="rect">
            <a:avLst/>
          </a:prstGeom>
          <a:solidFill>
            <a:srgbClr val="00338D"/>
          </a:solidFill>
          <a:ln w="12700">
            <a:solidFill>
              <a:srgbClr val="00338D"/>
            </a:solidFill>
          </a:ln>
        </p:spPr>
        <p:txBody>
          <a:bodyPr vert="horz" lIns="54000" tIns="54000" rIns="54000" bIns="54000" rtlCol="0" anchor="ctr" anchorCtr="0">
            <a:noAutofit/>
          </a:bodyPr>
          <a:lstStyle>
            <a:lvl1pPr>
              <a:defRPr lang="en-US" sz="1400" b="1" kern="1200" noProof="0" dirty="0" smtClean="0">
                <a:solidFill>
                  <a:schemeClr val="bg1"/>
                </a:solidFill>
                <a:latin typeface="+mn-lt"/>
                <a:ea typeface="+mn-ea"/>
                <a:cs typeface="Arial" panose="020B0604020202020204" pitchFamily="34" charset="0"/>
              </a:defRPr>
            </a:lvl1pPr>
            <a:lvl5pPr>
              <a:defRPr/>
            </a:lvl5pPr>
            <a:lvl6pPr>
              <a:defRPr baseline="0"/>
            </a:lvl6pPr>
            <a:lvl7pPr>
              <a:defRPr baseline="0"/>
            </a:lvl7pPr>
            <a:lvl8pPr>
              <a:defRPr baseline="0"/>
            </a:lvl8pPr>
          </a:lstStyle>
          <a:p>
            <a:pPr marL="0" lvl="0" indent="0" algn="l" defTabSz="914400" rtl="0" eaLnBrk="1" latinLnBrk="0" hangingPunct="1">
              <a:lnSpc>
                <a:spcPct val="100000"/>
              </a:lnSpc>
              <a:spcBef>
                <a:spcPts val="600"/>
              </a:spcBef>
              <a:buFont typeface="Arial" pitchFamily="34" charset="0"/>
              <a:buNone/>
            </a:pPr>
            <a:r>
              <a:rPr lang="ko-KR" altLang="en-US"/>
              <a:t>마스터 텍스트 스타일을 편집합니다</a:t>
            </a:r>
          </a:p>
        </p:txBody>
      </p:sp>
      <p:sp>
        <p:nvSpPr>
          <p:cNvPr id="29" name="AutoShape 20"/>
          <p:cNvSpPr>
            <a:spLocks noChangeArrowheads="1"/>
          </p:cNvSpPr>
          <p:nvPr userDrawn="1"/>
        </p:nvSpPr>
        <p:spPr bwMode="gray">
          <a:xfrm rot="2700000">
            <a:off x="4092479" y="2652289"/>
            <a:ext cx="382279" cy="408476"/>
          </a:xfrm>
          <a:prstGeom prst="rightArrow">
            <a:avLst>
              <a:gd name="adj1" fmla="val 63333"/>
              <a:gd name="adj2" fmla="val 49582"/>
            </a:avLst>
          </a:prstGeom>
          <a:solidFill>
            <a:schemeClr val="tx2"/>
          </a:solidFill>
          <a:ln w="6350" algn="ctr">
            <a:noFill/>
            <a:miter lim="800000"/>
            <a:headEnd/>
            <a:tailEnd/>
          </a:ln>
          <a:effectLst/>
        </p:spPr>
        <p:txBody>
          <a:bodyPr rot="10800000" wrap="none" anchor="ctr">
            <a:noAutofit/>
          </a:bodyPr>
          <a:lstStyle/>
          <a:p>
            <a:pPr latinLnBrk="0"/>
            <a:endParaRPr lang="en-CA" sz="1400" dirty="0">
              <a:solidFill>
                <a:srgbClr val="483698"/>
              </a:solidFill>
            </a:endParaRPr>
          </a:p>
        </p:txBody>
      </p:sp>
      <p:sp>
        <p:nvSpPr>
          <p:cNvPr id="30" name="AutoShape 20"/>
          <p:cNvSpPr>
            <a:spLocks noChangeArrowheads="1"/>
          </p:cNvSpPr>
          <p:nvPr userDrawn="1"/>
        </p:nvSpPr>
        <p:spPr bwMode="gray">
          <a:xfrm rot="18900000" flipH="1">
            <a:off x="5377767" y="2673546"/>
            <a:ext cx="426686" cy="365965"/>
          </a:xfrm>
          <a:prstGeom prst="rightArrow">
            <a:avLst>
              <a:gd name="adj1" fmla="val 63333"/>
              <a:gd name="adj2" fmla="val 49582"/>
            </a:avLst>
          </a:prstGeom>
          <a:solidFill>
            <a:schemeClr val="tx2"/>
          </a:solidFill>
          <a:ln w="6350" algn="ctr">
            <a:noFill/>
            <a:miter lim="800000"/>
            <a:headEnd/>
            <a:tailEnd/>
          </a:ln>
          <a:effectLst/>
        </p:spPr>
        <p:txBody>
          <a:bodyPr rot="10800000" wrap="none" anchor="ctr">
            <a:noAutofit/>
          </a:bodyPr>
          <a:lstStyle/>
          <a:p>
            <a:pPr latinLnBrk="0"/>
            <a:endParaRPr lang="en-CA" sz="1400" dirty="0">
              <a:solidFill>
                <a:srgbClr val="483698"/>
              </a:solidFill>
            </a:endParaRPr>
          </a:p>
        </p:txBody>
      </p:sp>
      <p:sp>
        <p:nvSpPr>
          <p:cNvPr id="31" name="Text Placeholder 3"/>
          <p:cNvSpPr>
            <a:spLocks noGrp="1"/>
          </p:cNvSpPr>
          <p:nvPr>
            <p:ph type="body" sz="quarter" idx="53"/>
          </p:nvPr>
        </p:nvSpPr>
        <p:spPr>
          <a:xfrm>
            <a:off x="815219" y="1598400"/>
            <a:ext cx="3127800" cy="1447300"/>
          </a:xfrm>
          <a:ln w="12700">
            <a:solidFill>
              <a:schemeClr val="tx2"/>
            </a:solidFill>
          </a:ln>
        </p:spPr>
        <p:txBody>
          <a:bodyPr lIns="54000" tIns="54000" rIns="54000" bIns="54000">
            <a:no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32" name="Text Placeholder 3"/>
          <p:cNvSpPr>
            <a:spLocks noGrp="1"/>
          </p:cNvSpPr>
          <p:nvPr>
            <p:ph type="body" sz="quarter" idx="54"/>
          </p:nvPr>
        </p:nvSpPr>
        <p:spPr>
          <a:xfrm>
            <a:off x="815219" y="4355784"/>
            <a:ext cx="3127800" cy="1447300"/>
          </a:xfrm>
          <a:ln w="12700">
            <a:solidFill>
              <a:schemeClr val="tx2"/>
            </a:solidFill>
          </a:ln>
        </p:spPr>
        <p:txBody>
          <a:bodyPr lIns="54000" tIns="54000" rIns="54000" bIns="54000">
            <a:no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33" name="Text Placeholder 3"/>
          <p:cNvSpPr>
            <a:spLocks noGrp="1"/>
          </p:cNvSpPr>
          <p:nvPr>
            <p:ph type="body" sz="quarter" idx="55"/>
          </p:nvPr>
        </p:nvSpPr>
        <p:spPr>
          <a:xfrm>
            <a:off x="5965452" y="1598400"/>
            <a:ext cx="3127800" cy="1447300"/>
          </a:xfrm>
          <a:ln w="12700">
            <a:solidFill>
              <a:schemeClr val="tx2"/>
            </a:solidFill>
          </a:ln>
        </p:spPr>
        <p:txBody>
          <a:bodyPr lIns="54000" tIns="54000" rIns="54000" bIns="54000">
            <a:no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34" name="Text Placeholder 3"/>
          <p:cNvSpPr>
            <a:spLocks noGrp="1"/>
          </p:cNvSpPr>
          <p:nvPr>
            <p:ph type="body" sz="quarter" idx="56"/>
          </p:nvPr>
        </p:nvSpPr>
        <p:spPr>
          <a:xfrm>
            <a:off x="5965452" y="4355784"/>
            <a:ext cx="3127800" cy="1447300"/>
          </a:xfrm>
          <a:ln w="12700">
            <a:solidFill>
              <a:schemeClr val="tx2"/>
            </a:solidFill>
          </a:ln>
        </p:spPr>
        <p:txBody>
          <a:bodyPr lIns="54000" tIns="54000" rIns="54000" bIns="54000">
            <a:no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3702022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 COLUMN BLUE">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19" name="Text Placeholder 8"/>
          <p:cNvSpPr>
            <a:spLocks noGrp="1"/>
          </p:cNvSpPr>
          <p:nvPr>
            <p:ph type="body" sz="quarter" idx="19"/>
          </p:nvPr>
        </p:nvSpPr>
        <p:spPr>
          <a:xfrm>
            <a:off x="815100" y="1609825"/>
            <a:ext cx="4036500" cy="41940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20" name="Text Placeholder 8"/>
          <p:cNvSpPr>
            <a:spLocks noGrp="1"/>
          </p:cNvSpPr>
          <p:nvPr>
            <p:ph type="body" sz="quarter" idx="20"/>
          </p:nvPr>
        </p:nvSpPr>
        <p:spPr>
          <a:xfrm>
            <a:off x="815100" y="1218880"/>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
        <p:nvSpPr>
          <p:cNvPr id="16" name="Text Placeholder 8"/>
          <p:cNvSpPr>
            <a:spLocks noGrp="1"/>
          </p:cNvSpPr>
          <p:nvPr>
            <p:ph type="body" sz="quarter" idx="21"/>
          </p:nvPr>
        </p:nvSpPr>
        <p:spPr>
          <a:xfrm>
            <a:off x="5054400" y="1609825"/>
            <a:ext cx="4036500" cy="41940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7" name="Text Placeholder 8"/>
          <p:cNvSpPr>
            <a:spLocks noGrp="1"/>
          </p:cNvSpPr>
          <p:nvPr>
            <p:ph type="body" sz="quarter" idx="22"/>
          </p:nvPr>
        </p:nvSpPr>
        <p:spPr>
          <a:xfrm>
            <a:off x="5054400" y="1218880"/>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Tree>
    <p:extLst>
      <p:ext uri="{BB962C8B-B14F-4D97-AF65-F5344CB8AC3E}">
        <p14:creationId xmlns:p14="http://schemas.microsoft.com/office/powerpoint/2010/main" val="9853588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AD">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19" name="Text Placeholder 8"/>
          <p:cNvSpPr>
            <a:spLocks noGrp="1"/>
          </p:cNvSpPr>
          <p:nvPr>
            <p:ph type="body" sz="quarter" idx="19"/>
          </p:nvPr>
        </p:nvSpPr>
        <p:spPr>
          <a:xfrm>
            <a:off x="815100" y="1609825"/>
            <a:ext cx="4036500" cy="17856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20" name="Text Placeholder 8"/>
          <p:cNvSpPr>
            <a:spLocks noGrp="1"/>
          </p:cNvSpPr>
          <p:nvPr>
            <p:ph type="body" sz="quarter" idx="20"/>
          </p:nvPr>
        </p:nvSpPr>
        <p:spPr>
          <a:xfrm>
            <a:off x="815100" y="1218880"/>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
        <p:nvSpPr>
          <p:cNvPr id="16" name="Text Placeholder 8"/>
          <p:cNvSpPr>
            <a:spLocks noGrp="1"/>
          </p:cNvSpPr>
          <p:nvPr>
            <p:ph type="body" sz="quarter" idx="21"/>
          </p:nvPr>
        </p:nvSpPr>
        <p:spPr>
          <a:xfrm>
            <a:off x="5054400" y="1609825"/>
            <a:ext cx="4036500" cy="17856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7" name="Text Placeholder 8"/>
          <p:cNvSpPr>
            <a:spLocks noGrp="1"/>
          </p:cNvSpPr>
          <p:nvPr>
            <p:ph type="body" sz="quarter" idx="22"/>
          </p:nvPr>
        </p:nvSpPr>
        <p:spPr>
          <a:xfrm>
            <a:off x="5054400" y="1218880"/>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
        <p:nvSpPr>
          <p:cNvPr id="7" name="Text Placeholder 8"/>
          <p:cNvSpPr>
            <a:spLocks noGrp="1"/>
          </p:cNvSpPr>
          <p:nvPr>
            <p:ph type="body" sz="quarter" idx="23"/>
          </p:nvPr>
        </p:nvSpPr>
        <p:spPr>
          <a:xfrm>
            <a:off x="815100" y="4019650"/>
            <a:ext cx="4036500" cy="17856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endParaRPr lang="en-GB" dirty="0"/>
          </a:p>
        </p:txBody>
      </p:sp>
      <p:sp>
        <p:nvSpPr>
          <p:cNvPr id="8" name="Text Placeholder 8"/>
          <p:cNvSpPr>
            <a:spLocks noGrp="1"/>
          </p:cNvSpPr>
          <p:nvPr>
            <p:ph type="body" sz="quarter" idx="24"/>
          </p:nvPr>
        </p:nvSpPr>
        <p:spPr>
          <a:xfrm>
            <a:off x="815100" y="3628705"/>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
        <p:nvSpPr>
          <p:cNvPr id="9" name="Text Placeholder 8"/>
          <p:cNvSpPr>
            <a:spLocks noGrp="1"/>
          </p:cNvSpPr>
          <p:nvPr>
            <p:ph type="body" sz="quarter" idx="25"/>
          </p:nvPr>
        </p:nvSpPr>
        <p:spPr>
          <a:xfrm>
            <a:off x="5054400" y="4019650"/>
            <a:ext cx="4036500" cy="17856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0" name="Text Placeholder 8"/>
          <p:cNvSpPr>
            <a:spLocks noGrp="1"/>
          </p:cNvSpPr>
          <p:nvPr>
            <p:ph type="body" sz="quarter" idx="26"/>
          </p:nvPr>
        </p:nvSpPr>
        <p:spPr>
          <a:xfrm>
            <a:off x="5054400" y="3628705"/>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Tree>
    <p:extLst>
      <p:ext uri="{BB962C8B-B14F-4D97-AF65-F5344CB8AC3E}">
        <p14:creationId xmlns:p14="http://schemas.microsoft.com/office/powerpoint/2010/main" val="117836057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Image only">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l="6020" t="-1" r="11694" b="17937"/>
          <a:stretch/>
        </p:blipFill>
        <p:spPr>
          <a:xfrm>
            <a:off x="1" y="0"/>
            <a:ext cx="9906000" cy="6858000"/>
          </a:xfrm>
          <a:prstGeom prst="rect">
            <a:avLst/>
          </a:prstGeom>
        </p:spPr>
      </p:pic>
      <p:pic>
        <p:nvPicPr>
          <p:cNvPr id="5" name="그림 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37181" y="6243799"/>
            <a:ext cx="738654" cy="163335"/>
          </a:xfrm>
          <a:prstGeom prst="rect">
            <a:avLst/>
          </a:prstGeom>
        </p:spPr>
      </p:pic>
    </p:spTree>
    <p:extLst>
      <p:ext uri="{BB962C8B-B14F-4D97-AF65-F5344CB8AC3E}">
        <p14:creationId xmlns:p14="http://schemas.microsoft.com/office/powerpoint/2010/main" val="24412122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VIDE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Section divider one title style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35641724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DIVIDER 2">
    <p:bg>
      <p:bgPr>
        <a:solidFill>
          <a:srgbClr val="6D2077"/>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Section divider two title style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A3A1"/>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8327898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DIVIDER 3">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Section divider three title style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chemeClr val="accent1"/>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293675904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DIVIDER 4">
    <p:bg>
      <p:bgPr>
        <a:solidFill>
          <a:srgbClr val="00A3A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Section divider four title style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470A68"/>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93845478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COLOR PALETT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15100" y="432000"/>
            <a:ext cx="8275800" cy="518400"/>
          </a:xfrm>
          <a:prstGeom prst="rect">
            <a:avLst/>
          </a:prstGeom>
        </p:spPr>
        <p:txBody>
          <a:bodyPr/>
          <a:lstStyle>
            <a:lvl1pPr>
              <a:defRPr/>
            </a:lvl1pPr>
          </a:lstStyle>
          <a:p>
            <a:r>
              <a:rPr lang="en-US" dirty="0"/>
              <a:t>Colors</a:t>
            </a:r>
          </a:p>
        </p:txBody>
      </p:sp>
      <p:grpSp>
        <p:nvGrpSpPr>
          <p:cNvPr id="52" name="Group 51"/>
          <p:cNvGrpSpPr/>
          <p:nvPr userDrawn="1"/>
        </p:nvGrpSpPr>
        <p:grpSpPr>
          <a:xfrm>
            <a:off x="815100" y="1430719"/>
            <a:ext cx="8275800" cy="4323905"/>
            <a:chOff x="752400" y="1211263"/>
            <a:chExt cx="7647063" cy="4594225"/>
          </a:xfrm>
        </p:grpSpPr>
        <p:sp>
          <p:nvSpPr>
            <p:cNvPr id="53" name="TextBox 52"/>
            <p:cNvSpPr txBox="1"/>
            <p:nvPr userDrawn="1"/>
          </p:nvSpPr>
          <p:spPr>
            <a:xfrm>
              <a:off x="752400" y="1211263"/>
              <a:ext cx="828675" cy="504825"/>
            </a:xfrm>
            <a:prstGeom prst="rect">
              <a:avLst/>
            </a:prstGeom>
            <a:noFill/>
          </p:spPr>
          <p:txBody>
            <a:bodyPr wrap="square" lIns="0" tIns="0" rIns="54007" bIns="0" rtlCol="0">
              <a:noAutofit/>
            </a:bodyPr>
            <a:lstStyle/>
            <a:p>
              <a:pPr latinLnBrk="0"/>
              <a:r>
                <a:rPr lang="en-GB" sz="1000" b="1" dirty="0">
                  <a:solidFill>
                    <a:srgbClr val="00338D"/>
                  </a:solidFill>
                </a:rPr>
                <a:t>Primary</a:t>
              </a:r>
            </a:p>
          </p:txBody>
        </p:sp>
        <p:sp>
          <p:nvSpPr>
            <p:cNvPr id="54" name="TextBox 53"/>
            <p:cNvSpPr txBox="1"/>
            <p:nvPr userDrawn="1"/>
          </p:nvSpPr>
          <p:spPr>
            <a:xfrm>
              <a:off x="752400" y="2257893"/>
              <a:ext cx="898425" cy="504825"/>
            </a:xfrm>
            <a:prstGeom prst="rect">
              <a:avLst/>
            </a:prstGeom>
            <a:noFill/>
          </p:spPr>
          <p:txBody>
            <a:bodyPr wrap="square" lIns="0" tIns="0" rIns="54007" bIns="0" rtlCol="0">
              <a:noAutofit/>
            </a:bodyPr>
            <a:lstStyle/>
            <a:p>
              <a:pPr latinLnBrk="0"/>
              <a:r>
                <a:rPr lang="en-GB" sz="1000" b="1" dirty="0">
                  <a:solidFill>
                    <a:srgbClr val="00338D"/>
                  </a:solidFill>
                </a:rPr>
                <a:t>Secondary</a:t>
              </a:r>
            </a:p>
          </p:txBody>
        </p:sp>
        <p:sp>
          <p:nvSpPr>
            <p:cNvPr id="55" name="TextBox 54"/>
            <p:cNvSpPr txBox="1"/>
            <p:nvPr userDrawn="1"/>
          </p:nvSpPr>
          <p:spPr>
            <a:xfrm>
              <a:off x="752400" y="3304523"/>
              <a:ext cx="898425" cy="504825"/>
            </a:xfrm>
            <a:prstGeom prst="rect">
              <a:avLst/>
            </a:prstGeom>
            <a:noFill/>
          </p:spPr>
          <p:txBody>
            <a:bodyPr wrap="square" lIns="0" tIns="0" rIns="54007" bIns="0" rtlCol="0">
              <a:noAutofit/>
            </a:bodyPr>
            <a:lstStyle/>
            <a:p>
              <a:pPr latinLnBrk="0"/>
              <a:r>
                <a:rPr lang="en-GB" sz="1000" b="1" dirty="0">
                  <a:solidFill>
                    <a:srgbClr val="00338D"/>
                  </a:solidFill>
                </a:rPr>
                <a:t>Tertiary</a:t>
              </a:r>
            </a:p>
          </p:txBody>
        </p:sp>
        <p:sp>
          <p:nvSpPr>
            <p:cNvPr id="56" name="Rectangle 55"/>
            <p:cNvSpPr/>
            <p:nvPr userDrawn="1"/>
          </p:nvSpPr>
          <p:spPr>
            <a:xfrm>
              <a:off x="1566545" y="1211263"/>
              <a:ext cx="900000" cy="72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KPMG Blue</a:t>
              </a:r>
            </a:p>
            <a:p>
              <a:pPr algn="ctr" latinLnBrk="0"/>
              <a:r>
                <a:rPr lang="en-GB" sz="900">
                  <a:solidFill>
                    <a:prstClr val="white"/>
                  </a:solidFill>
                </a:rPr>
                <a:t>0 / 51 / 141</a:t>
              </a:r>
              <a:endParaRPr lang="en-GB" sz="900" dirty="0">
                <a:solidFill>
                  <a:prstClr val="white"/>
                </a:solidFill>
              </a:endParaRPr>
            </a:p>
          </p:txBody>
        </p:sp>
        <p:sp>
          <p:nvSpPr>
            <p:cNvPr id="57" name="Rectangle 56"/>
            <p:cNvSpPr/>
            <p:nvPr userDrawn="1"/>
          </p:nvSpPr>
          <p:spPr>
            <a:xfrm>
              <a:off x="2555365" y="1211263"/>
              <a:ext cx="900000" cy="720000"/>
            </a:xfrm>
            <a:prstGeom prst="rect">
              <a:avLst/>
            </a:prstGeom>
            <a:solidFill>
              <a:srgbClr val="005EB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Medium Blue</a:t>
              </a:r>
            </a:p>
            <a:p>
              <a:pPr algn="ctr" latinLnBrk="0"/>
              <a:r>
                <a:rPr lang="en-GB" sz="900" dirty="0">
                  <a:solidFill>
                    <a:prstClr val="white"/>
                  </a:solidFill>
                </a:rPr>
                <a:t>0 / 94 / 184</a:t>
              </a:r>
            </a:p>
          </p:txBody>
        </p:sp>
        <p:sp>
          <p:nvSpPr>
            <p:cNvPr id="58" name="Rectangle 57"/>
            <p:cNvSpPr/>
            <p:nvPr userDrawn="1"/>
          </p:nvSpPr>
          <p:spPr>
            <a:xfrm>
              <a:off x="3544185" y="1211263"/>
              <a:ext cx="900000" cy="72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Light Blue</a:t>
              </a:r>
            </a:p>
            <a:p>
              <a:pPr algn="ctr" latinLnBrk="0"/>
              <a:r>
                <a:rPr lang="en-GB" sz="900" dirty="0">
                  <a:solidFill>
                    <a:prstClr val="white"/>
                  </a:solidFill>
                </a:rPr>
                <a:t>0 / 145 / 218</a:t>
              </a:r>
            </a:p>
          </p:txBody>
        </p:sp>
        <p:sp>
          <p:nvSpPr>
            <p:cNvPr id="59" name="Rectangle 58"/>
            <p:cNvSpPr/>
            <p:nvPr userDrawn="1"/>
          </p:nvSpPr>
          <p:spPr>
            <a:xfrm>
              <a:off x="1566545" y="2257893"/>
              <a:ext cx="900000" cy="720000"/>
            </a:xfrm>
            <a:prstGeom prst="rect">
              <a:avLst/>
            </a:prstGeom>
            <a:solidFill>
              <a:srgbClr val="48369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Violet</a:t>
              </a:r>
            </a:p>
            <a:p>
              <a:pPr algn="ctr" latinLnBrk="0"/>
              <a:r>
                <a:rPr lang="en-GB" sz="900">
                  <a:solidFill>
                    <a:prstClr val="white"/>
                  </a:solidFill>
                </a:rPr>
                <a:t>72 / 54 / 152</a:t>
              </a:r>
              <a:endParaRPr lang="en-GB" sz="900" dirty="0">
                <a:solidFill>
                  <a:prstClr val="white"/>
                </a:solidFill>
              </a:endParaRPr>
            </a:p>
          </p:txBody>
        </p:sp>
        <p:sp>
          <p:nvSpPr>
            <p:cNvPr id="60" name="Rectangle 59"/>
            <p:cNvSpPr/>
            <p:nvPr userDrawn="1"/>
          </p:nvSpPr>
          <p:spPr>
            <a:xfrm>
              <a:off x="2555365" y="2257893"/>
              <a:ext cx="900000" cy="720000"/>
            </a:xfrm>
            <a:prstGeom prst="rect">
              <a:avLst/>
            </a:prstGeom>
            <a:solidFill>
              <a:srgbClr val="470A6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Purple</a:t>
              </a:r>
            </a:p>
            <a:p>
              <a:pPr algn="ctr" latinLnBrk="0"/>
              <a:r>
                <a:rPr lang="en-GB" sz="900" dirty="0">
                  <a:solidFill>
                    <a:prstClr val="white"/>
                  </a:solidFill>
                </a:rPr>
                <a:t>71 / 10 / 104</a:t>
              </a:r>
            </a:p>
          </p:txBody>
        </p:sp>
        <p:sp>
          <p:nvSpPr>
            <p:cNvPr id="61" name="Rectangle 60"/>
            <p:cNvSpPr/>
            <p:nvPr userDrawn="1"/>
          </p:nvSpPr>
          <p:spPr>
            <a:xfrm>
              <a:off x="3544185" y="2257893"/>
              <a:ext cx="900000" cy="720000"/>
            </a:xfrm>
            <a:prstGeom prst="rect">
              <a:avLst/>
            </a:prstGeom>
            <a:solidFill>
              <a:srgbClr val="6D20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Light Purple</a:t>
              </a:r>
            </a:p>
            <a:p>
              <a:pPr algn="ctr" latinLnBrk="0"/>
              <a:r>
                <a:rPr lang="en-GB" sz="900">
                  <a:solidFill>
                    <a:prstClr val="white"/>
                  </a:solidFill>
                </a:rPr>
                <a:t>109 / 32 / 119</a:t>
              </a:r>
              <a:endParaRPr lang="en-GB" sz="900" dirty="0">
                <a:solidFill>
                  <a:prstClr val="white"/>
                </a:solidFill>
              </a:endParaRPr>
            </a:p>
          </p:txBody>
        </p:sp>
        <p:sp>
          <p:nvSpPr>
            <p:cNvPr id="62" name="Rectangle 61"/>
            <p:cNvSpPr/>
            <p:nvPr userDrawn="1"/>
          </p:nvSpPr>
          <p:spPr>
            <a:xfrm>
              <a:off x="4533005" y="2257893"/>
              <a:ext cx="900000" cy="720000"/>
            </a:xfrm>
            <a:prstGeom prst="rect">
              <a:avLst/>
            </a:prstGeom>
            <a:solidFill>
              <a:srgbClr val="00A3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Green</a:t>
              </a:r>
            </a:p>
            <a:p>
              <a:pPr algn="ctr" latinLnBrk="0"/>
              <a:r>
                <a:rPr lang="en-GB" sz="900">
                  <a:solidFill>
                    <a:prstClr val="white"/>
                  </a:solidFill>
                </a:rPr>
                <a:t>0 / 163 / 161</a:t>
              </a:r>
              <a:endParaRPr lang="en-GB" sz="900" dirty="0">
                <a:solidFill>
                  <a:prstClr val="white"/>
                </a:solidFill>
              </a:endParaRPr>
            </a:p>
          </p:txBody>
        </p:sp>
        <p:sp>
          <p:nvSpPr>
            <p:cNvPr id="63" name="Rectangle 62"/>
            <p:cNvSpPr/>
            <p:nvPr userDrawn="1"/>
          </p:nvSpPr>
          <p:spPr>
            <a:xfrm>
              <a:off x="1566545" y="3304523"/>
              <a:ext cx="900000" cy="720000"/>
            </a:xfrm>
            <a:prstGeom prst="rect">
              <a:avLst/>
            </a:prstGeom>
            <a:solidFill>
              <a:srgbClr val="009A4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Dark Green</a:t>
              </a:r>
            </a:p>
            <a:p>
              <a:pPr algn="ctr" latinLnBrk="0"/>
              <a:r>
                <a:rPr lang="en-GB" sz="900" dirty="0">
                  <a:solidFill>
                    <a:prstClr val="white"/>
                  </a:solidFill>
                </a:rPr>
                <a:t>0 / 154 / 68</a:t>
              </a:r>
            </a:p>
          </p:txBody>
        </p:sp>
        <p:sp>
          <p:nvSpPr>
            <p:cNvPr id="64" name="Rectangle 63"/>
            <p:cNvSpPr/>
            <p:nvPr userDrawn="1"/>
          </p:nvSpPr>
          <p:spPr>
            <a:xfrm>
              <a:off x="2555365" y="3304523"/>
              <a:ext cx="900000" cy="720000"/>
            </a:xfrm>
            <a:prstGeom prst="rect">
              <a:avLst/>
            </a:prstGeom>
            <a:solidFill>
              <a:srgbClr val="43B02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Light Green</a:t>
              </a:r>
            </a:p>
            <a:p>
              <a:pPr algn="ctr" latinLnBrk="0"/>
              <a:r>
                <a:rPr lang="en-GB" sz="900">
                  <a:solidFill>
                    <a:prstClr val="white"/>
                  </a:solidFill>
                </a:rPr>
                <a:t>67 / 176 / 42</a:t>
              </a:r>
              <a:endParaRPr lang="en-GB" sz="900" dirty="0">
                <a:solidFill>
                  <a:prstClr val="white"/>
                </a:solidFill>
              </a:endParaRPr>
            </a:p>
          </p:txBody>
        </p:sp>
        <p:sp>
          <p:nvSpPr>
            <p:cNvPr id="65" name="Rectangle 64"/>
            <p:cNvSpPr/>
            <p:nvPr userDrawn="1"/>
          </p:nvSpPr>
          <p:spPr>
            <a:xfrm>
              <a:off x="3544185" y="3304523"/>
              <a:ext cx="900000" cy="720000"/>
            </a:xfrm>
            <a:prstGeom prst="rect">
              <a:avLst/>
            </a:prstGeom>
            <a:solidFill>
              <a:srgbClr val="EAA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Yellow</a:t>
              </a:r>
            </a:p>
            <a:p>
              <a:pPr algn="ctr" latinLnBrk="0"/>
              <a:r>
                <a:rPr lang="en-GB" sz="900">
                  <a:solidFill>
                    <a:prstClr val="white"/>
                  </a:solidFill>
                </a:rPr>
                <a:t>234 / 170 / 0</a:t>
              </a:r>
              <a:endParaRPr lang="en-GB" sz="900" dirty="0">
                <a:solidFill>
                  <a:prstClr val="white"/>
                </a:solidFill>
              </a:endParaRPr>
            </a:p>
          </p:txBody>
        </p:sp>
        <p:sp>
          <p:nvSpPr>
            <p:cNvPr id="66" name="Rectangle 65"/>
            <p:cNvSpPr/>
            <p:nvPr userDrawn="1"/>
          </p:nvSpPr>
          <p:spPr>
            <a:xfrm>
              <a:off x="4533005" y="3304523"/>
              <a:ext cx="900000" cy="720000"/>
            </a:xfrm>
            <a:prstGeom prst="rect">
              <a:avLst/>
            </a:prstGeom>
            <a:solidFill>
              <a:srgbClr val="F68D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Orange</a:t>
              </a:r>
            </a:p>
            <a:p>
              <a:pPr algn="ctr" latinLnBrk="0"/>
              <a:r>
                <a:rPr lang="en-GB" sz="900" dirty="0">
                  <a:solidFill>
                    <a:prstClr val="white"/>
                  </a:solidFill>
                </a:rPr>
                <a:t>246 / 141 / 46</a:t>
              </a:r>
            </a:p>
          </p:txBody>
        </p:sp>
        <p:sp>
          <p:nvSpPr>
            <p:cNvPr id="67" name="Rectangle 66"/>
            <p:cNvSpPr/>
            <p:nvPr userDrawn="1"/>
          </p:nvSpPr>
          <p:spPr>
            <a:xfrm>
              <a:off x="5521825" y="3304523"/>
              <a:ext cx="900000" cy="720000"/>
            </a:xfrm>
            <a:prstGeom prst="rect">
              <a:avLst/>
            </a:prstGeom>
            <a:solidFill>
              <a:srgbClr val="BC20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Red</a:t>
              </a:r>
            </a:p>
            <a:p>
              <a:pPr algn="ctr" latinLnBrk="0"/>
              <a:r>
                <a:rPr lang="en-GB" sz="900">
                  <a:solidFill>
                    <a:prstClr val="white"/>
                  </a:solidFill>
                </a:rPr>
                <a:t>188 / 32 / 75</a:t>
              </a:r>
              <a:endParaRPr lang="en-GB" sz="900" dirty="0">
                <a:solidFill>
                  <a:prstClr val="white"/>
                </a:solidFill>
              </a:endParaRPr>
            </a:p>
          </p:txBody>
        </p:sp>
        <p:sp>
          <p:nvSpPr>
            <p:cNvPr id="68" name="Rectangle 67"/>
            <p:cNvSpPr/>
            <p:nvPr userDrawn="1"/>
          </p:nvSpPr>
          <p:spPr>
            <a:xfrm>
              <a:off x="6510645" y="3304523"/>
              <a:ext cx="900000" cy="720000"/>
            </a:xfrm>
            <a:prstGeom prst="rect">
              <a:avLst/>
            </a:prstGeom>
            <a:solidFill>
              <a:srgbClr val="C6007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Pink</a:t>
              </a:r>
            </a:p>
            <a:p>
              <a:pPr algn="ctr" latinLnBrk="0"/>
              <a:r>
                <a:rPr lang="en-GB" sz="900" dirty="0">
                  <a:solidFill>
                    <a:prstClr val="white"/>
                  </a:solidFill>
                </a:rPr>
                <a:t>198 / 0 / 126</a:t>
              </a:r>
            </a:p>
          </p:txBody>
        </p:sp>
        <p:sp>
          <p:nvSpPr>
            <p:cNvPr id="69" name="Rectangle 68"/>
            <p:cNvSpPr/>
            <p:nvPr userDrawn="1"/>
          </p:nvSpPr>
          <p:spPr>
            <a:xfrm>
              <a:off x="1566545" y="4285386"/>
              <a:ext cx="900000" cy="72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KPMG Blue</a:t>
              </a:r>
            </a:p>
            <a:p>
              <a:pPr algn="ctr" latinLnBrk="0"/>
              <a:r>
                <a:rPr lang="en-GB" sz="900">
                  <a:solidFill>
                    <a:prstClr val="white"/>
                  </a:solidFill>
                </a:rPr>
                <a:t>0 / 51 / 141</a:t>
              </a:r>
              <a:endParaRPr lang="en-GB" sz="900" dirty="0">
                <a:solidFill>
                  <a:prstClr val="white"/>
                </a:solidFill>
              </a:endParaRPr>
            </a:p>
          </p:txBody>
        </p:sp>
        <p:sp>
          <p:nvSpPr>
            <p:cNvPr id="70" name="Rectangle 69"/>
            <p:cNvSpPr/>
            <p:nvPr userDrawn="1"/>
          </p:nvSpPr>
          <p:spPr>
            <a:xfrm>
              <a:off x="4533005" y="4285386"/>
              <a:ext cx="900000" cy="720000"/>
            </a:xfrm>
            <a:prstGeom prst="rect">
              <a:avLst/>
            </a:prstGeom>
            <a:solidFill>
              <a:srgbClr val="005EB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Medium Blue</a:t>
              </a:r>
            </a:p>
            <a:p>
              <a:pPr algn="ctr" latinLnBrk="0"/>
              <a:r>
                <a:rPr lang="en-GB" sz="900" dirty="0">
                  <a:solidFill>
                    <a:prstClr val="white"/>
                  </a:solidFill>
                </a:rPr>
                <a:t>0 / 94 / 184</a:t>
              </a:r>
            </a:p>
          </p:txBody>
        </p:sp>
        <p:sp>
          <p:nvSpPr>
            <p:cNvPr id="71" name="Rectangle 70"/>
            <p:cNvSpPr/>
            <p:nvPr userDrawn="1"/>
          </p:nvSpPr>
          <p:spPr>
            <a:xfrm>
              <a:off x="2555365" y="4285386"/>
              <a:ext cx="900000" cy="72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Light Blue</a:t>
              </a:r>
            </a:p>
            <a:p>
              <a:pPr algn="ctr" latinLnBrk="0"/>
              <a:r>
                <a:rPr lang="en-GB" sz="900">
                  <a:solidFill>
                    <a:prstClr val="white"/>
                  </a:solidFill>
                </a:rPr>
                <a:t>0 / 145 / 218</a:t>
              </a:r>
              <a:endParaRPr lang="en-GB" sz="900" dirty="0">
                <a:solidFill>
                  <a:prstClr val="white"/>
                </a:solidFill>
              </a:endParaRPr>
            </a:p>
          </p:txBody>
        </p:sp>
        <p:sp>
          <p:nvSpPr>
            <p:cNvPr id="72" name="Rectangle 71"/>
            <p:cNvSpPr/>
            <p:nvPr userDrawn="1"/>
          </p:nvSpPr>
          <p:spPr>
            <a:xfrm>
              <a:off x="3544185" y="4285386"/>
              <a:ext cx="900000" cy="720000"/>
            </a:xfrm>
            <a:prstGeom prst="rect">
              <a:avLst/>
            </a:prstGeom>
            <a:solidFill>
              <a:srgbClr val="6D20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Light Purple</a:t>
              </a:r>
            </a:p>
            <a:p>
              <a:pPr algn="ctr" latinLnBrk="0"/>
              <a:r>
                <a:rPr lang="en-GB" sz="900">
                  <a:solidFill>
                    <a:prstClr val="white"/>
                  </a:solidFill>
                </a:rPr>
                <a:t>109 / 32 / 119</a:t>
              </a:r>
              <a:endParaRPr lang="en-GB" sz="900" dirty="0">
                <a:solidFill>
                  <a:prstClr val="white"/>
                </a:solidFill>
              </a:endParaRPr>
            </a:p>
          </p:txBody>
        </p:sp>
        <p:sp>
          <p:nvSpPr>
            <p:cNvPr id="73" name="Rectangle 72"/>
            <p:cNvSpPr/>
            <p:nvPr userDrawn="1"/>
          </p:nvSpPr>
          <p:spPr>
            <a:xfrm>
              <a:off x="5521825" y="4285386"/>
              <a:ext cx="900000" cy="720000"/>
            </a:xfrm>
            <a:prstGeom prst="rect">
              <a:avLst/>
            </a:prstGeom>
            <a:solidFill>
              <a:srgbClr val="00A3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Green</a:t>
              </a:r>
            </a:p>
            <a:p>
              <a:pPr algn="ctr" latinLnBrk="0"/>
              <a:r>
                <a:rPr lang="en-GB" sz="900">
                  <a:solidFill>
                    <a:prstClr val="white"/>
                  </a:solidFill>
                </a:rPr>
                <a:t>0 / 163 / 161</a:t>
              </a:r>
              <a:endParaRPr lang="en-GB" sz="900" dirty="0">
                <a:solidFill>
                  <a:prstClr val="white"/>
                </a:solidFill>
              </a:endParaRPr>
            </a:p>
          </p:txBody>
        </p:sp>
        <p:sp>
          <p:nvSpPr>
            <p:cNvPr id="74" name="Rectangle 73"/>
            <p:cNvSpPr/>
            <p:nvPr userDrawn="1"/>
          </p:nvSpPr>
          <p:spPr>
            <a:xfrm>
              <a:off x="7499463" y="4285386"/>
              <a:ext cx="900000" cy="720000"/>
            </a:xfrm>
            <a:prstGeom prst="rect">
              <a:avLst/>
            </a:prstGeom>
            <a:solidFill>
              <a:srgbClr val="43B02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Light Green</a:t>
              </a:r>
            </a:p>
            <a:p>
              <a:pPr algn="ctr" latinLnBrk="0"/>
              <a:r>
                <a:rPr lang="en-GB" sz="900" dirty="0">
                  <a:solidFill>
                    <a:prstClr val="white"/>
                  </a:solidFill>
                </a:rPr>
                <a:t>67 / 176 / 42</a:t>
              </a:r>
            </a:p>
          </p:txBody>
        </p:sp>
        <p:sp>
          <p:nvSpPr>
            <p:cNvPr id="75" name="Rectangle 74"/>
            <p:cNvSpPr/>
            <p:nvPr userDrawn="1"/>
          </p:nvSpPr>
          <p:spPr>
            <a:xfrm>
              <a:off x="6510645" y="4285386"/>
              <a:ext cx="900000" cy="720000"/>
            </a:xfrm>
            <a:prstGeom prst="rect">
              <a:avLst/>
            </a:prstGeom>
            <a:solidFill>
              <a:srgbClr val="EAA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Yellow</a:t>
              </a:r>
            </a:p>
            <a:p>
              <a:pPr algn="ctr" latinLnBrk="0"/>
              <a:r>
                <a:rPr lang="en-GB" sz="900">
                  <a:solidFill>
                    <a:prstClr val="white"/>
                  </a:solidFill>
                </a:rPr>
                <a:t>234 / 170 / 0</a:t>
              </a:r>
              <a:endParaRPr lang="en-GB" sz="900" dirty="0">
                <a:solidFill>
                  <a:prstClr val="white"/>
                </a:solidFill>
              </a:endParaRPr>
            </a:p>
          </p:txBody>
        </p:sp>
        <p:sp>
          <p:nvSpPr>
            <p:cNvPr id="76" name="Rectangle 75"/>
            <p:cNvSpPr/>
            <p:nvPr userDrawn="1"/>
          </p:nvSpPr>
          <p:spPr>
            <a:xfrm>
              <a:off x="1566545" y="5085488"/>
              <a:ext cx="900000" cy="720000"/>
            </a:xfrm>
            <a:prstGeom prst="rect">
              <a:avLst/>
            </a:prstGeom>
            <a:solidFill>
              <a:srgbClr val="C6007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Pink</a:t>
              </a:r>
            </a:p>
            <a:p>
              <a:pPr algn="ctr" latinLnBrk="0"/>
              <a:r>
                <a:rPr lang="en-GB" sz="900" dirty="0">
                  <a:solidFill>
                    <a:prstClr val="white"/>
                  </a:solidFill>
                </a:rPr>
                <a:t>198 / 0 / 126</a:t>
              </a:r>
            </a:p>
          </p:txBody>
        </p:sp>
        <p:sp>
          <p:nvSpPr>
            <p:cNvPr id="77" name="Rectangle 76"/>
            <p:cNvSpPr/>
            <p:nvPr userDrawn="1"/>
          </p:nvSpPr>
          <p:spPr>
            <a:xfrm>
              <a:off x="2555365" y="5085488"/>
              <a:ext cx="900000" cy="720000"/>
            </a:xfrm>
            <a:prstGeom prst="rect">
              <a:avLst/>
            </a:prstGeom>
            <a:solidFill>
              <a:srgbClr val="753F1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Dark Brown</a:t>
              </a:r>
            </a:p>
            <a:p>
              <a:pPr algn="ctr" latinLnBrk="0"/>
              <a:r>
                <a:rPr lang="en-GB" sz="900" dirty="0">
                  <a:solidFill>
                    <a:prstClr val="white"/>
                  </a:solidFill>
                </a:rPr>
                <a:t>117 / 63 / 25</a:t>
              </a:r>
            </a:p>
          </p:txBody>
        </p:sp>
        <p:sp>
          <p:nvSpPr>
            <p:cNvPr id="78" name="Rectangle 77"/>
            <p:cNvSpPr/>
            <p:nvPr userDrawn="1"/>
          </p:nvSpPr>
          <p:spPr>
            <a:xfrm>
              <a:off x="3544185" y="5085488"/>
              <a:ext cx="900000" cy="720000"/>
            </a:xfrm>
            <a:prstGeom prst="rect">
              <a:avLst/>
            </a:prstGeom>
            <a:solidFill>
              <a:srgbClr val="9B64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Light Brown</a:t>
              </a:r>
            </a:p>
            <a:p>
              <a:pPr algn="ctr" latinLnBrk="0"/>
              <a:r>
                <a:rPr lang="en-GB" sz="900" dirty="0">
                  <a:solidFill>
                    <a:prstClr val="white"/>
                  </a:solidFill>
                </a:rPr>
                <a:t>155 / 100 / 46</a:t>
              </a:r>
            </a:p>
          </p:txBody>
        </p:sp>
        <p:sp>
          <p:nvSpPr>
            <p:cNvPr id="79" name="Rectangle 78"/>
            <p:cNvSpPr/>
            <p:nvPr userDrawn="1"/>
          </p:nvSpPr>
          <p:spPr>
            <a:xfrm>
              <a:off x="5521825" y="5085488"/>
              <a:ext cx="900000" cy="720000"/>
            </a:xfrm>
            <a:prstGeom prst="rect">
              <a:avLst/>
            </a:prstGeom>
            <a:solidFill>
              <a:srgbClr val="E3BC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Beige</a:t>
              </a:r>
            </a:p>
            <a:p>
              <a:pPr algn="ctr" latinLnBrk="0"/>
              <a:r>
                <a:rPr lang="en-GB" sz="900" dirty="0">
                  <a:solidFill>
                    <a:prstClr val="white"/>
                  </a:solidFill>
                </a:rPr>
                <a:t>227 / 188 / 159</a:t>
              </a:r>
            </a:p>
          </p:txBody>
        </p:sp>
        <p:sp>
          <p:nvSpPr>
            <p:cNvPr id="80" name="Rectangle 79"/>
            <p:cNvSpPr/>
            <p:nvPr userDrawn="1"/>
          </p:nvSpPr>
          <p:spPr>
            <a:xfrm>
              <a:off x="4533005" y="5085488"/>
              <a:ext cx="900000" cy="720000"/>
            </a:xfrm>
            <a:prstGeom prst="rect">
              <a:avLst/>
            </a:prstGeom>
            <a:solidFill>
              <a:srgbClr val="9D937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Olive</a:t>
              </a:r>
            </a:p>
            <a:p>
              <a:pPr algn="ctr" latinLnBrk="0"/>
              <a:r>
                <a:rPr lang="en-GB" sz="900" dirty="0">
                  <a:solidFill>
                    <a:prstClr val="white"/>
                  </a:solidFill>
                </a:rPr>
                <a:t>157 / 147 / 117</a:t>
              </a:r>
            </a:p>
          </p:txBody>
        </p:sp>
        <p:sp>
          <p:nvSpPr>
            <p:cNvPr id="81" name="Rectangle 80"/>
            <p:cNvSpPr/>
            <p:nvPr userDrawn="1"/>
          </p:nvSpPr>
          <p:spPr>
            <a:xfrm>
              <a:off x="6510645" y="5085488"/>
              <a:ext cx="900000" cy="720000"/>
            </a:xfrm>
            <a:prstGeom prst="rect">
              <a:avLst/>
            </a:prstGeom>
            <a:solidFill>
              <a:srgbClr val="E368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Light Pink</a:t>
              </a:r>
            </a:p>
            <a:p>
              <a:pPr algn="ctr" latinLnBrk="0"/>
              <a:r>
                <a:rPr lang="en-GB" sz="900" dirty="0">
                  <a:solidFill>
                    <a:prstClr val="white"/>
                  </a:solidFill>
                </a:rPr>
                <a:t>227 / 104 / 119</a:t>
              </a:r>
            </a:p>
          </p:txBody>
        </p:sp>
        <p:sp>
          <p:nvSpPr>
            <p:cNvPr id="82" name="TextBox 81"/>
            <p:cNvSpPr txBox="1"/>
            <p:nvPr userDrawn="1"/>
          </p:nvSpPr>
          <p:spPr>
            <a:xfrm>
              <a:off x="752400" y="4285386"/>
              <a:ext cx="814145" cy="504825"/>
            </a:xfrm>
            <a:prstGeom prst="rect">
              <a:avLst/>
            </a:prstGeom>
            <a:noFill/>
          </p:spPr>
          <p:txBody>
            <a:bodyPr wrap="square" lIns="0" tIns="0" rIns="54007" bIns="0" rtlCol="0">
              <a:noAutofit/>
            </a:bodyPr>
            <a:lstStyle/>
            <a:p>
              <a:pPr latinLnBrk="0"/>
              <a:r>
                <a:rPr lang="en-GB" sz="1000" b="1" dirty="0">
                  <a:solidFill>
                    <a:srgbClr val="00338D"/>
                  </a:solidFill>
                </a:rPr>
                <a:t>Colour order for graphs</a:t>
              </a:r>
            </a:p>
          </p:txBody>
        </p:sp>
      </p:grpSp>
    </p:spTree>
    <p:extLst>
      <p:ext uri="{BB962C8B-B14F-4D97-AF65-F5344CB8AC3E}">
        <p14:creationId xmlns:p14="http://schemas.microsoft.com/office/powerpoint/2010/main" val="61963513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5" name="object 3"/>
          <p:cNvSpPr/>
          <p:nvPr userDrawn="1"/>
        </p:nvSpPr>
        <p:spPr>
          <a:xfrm>
            <a:off x="4" y="0"/>
            <a:ext cx="81002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pPr latinLnBrk="0"/>
            <a:endParaRPr sz="1400" dirty="0">
              <a:solidFill>
                <a:srgbClr val="000000"/>
              </a:solidFill>
              <a:sym typeface="Arial" panose="020B0604020202020204" pitchFamily="34" charset="0"/>
            </a:endParaRPr>
          </a:p>
        </p:txBody>
      </p:sp>
      <p:sp>
        <p:nvSpPr>
          <p:cNvPr id="16" name="TextBox 15"/>
          <p:cNvSpPr txBox="1"/>
          <p:nvPr userDrawn="1"/>
        </p:nvSpPr>
        <p:spPr>
          <a:xfrm>
            <a:off x="2000069" y="6690921"/>
            <a:ext cx="5896428" cy="93059"/>
          </a:xfrm>
          <a:prstGeom prst="rect">
            <a:avLst/>
          </a:prstGeom>
          <a:noFill/>
        </p:spPr>
        <p:txBody>
          <a:bodyPr wrap="square" lIns="0" tIns="0" rIns="0" bIns="0" rtlCol="0">
            <a:noAutofit/>
          </a:bodyPr>
          <a:lstStyle/>
          <a:p>
            <a:pPr algn="ctr" latinLnBrk="0">
              <a:defRPr/>
            </a:pPr>
            <a:r>
              <a:rPr lang="en-GB" sz="600" b="1" dirty="0">
                <a:solidFill>
                  <a:srgbClr val="000000"/>
                </a:solidFill>
              </a:rPr>
              <a:t>Document Classification: KPMG Confidential</a:t>
            </a:r>
          </a:p>
        </p:txBody>
      </p:sp>
      <p:pic>
        <p:nvPicPr>
          <p:cNvPr id="2" name="그림 1">
            <a:extLst>
              <a:ext uri="{FF2B5EF4-FFF2-40B4-BE49-F238E27FC236}">
                <a16:creationId xmlns:a16="http://schemas.microsoft.com/office/drawing/2014/main" id="{6CEBBDBA-A8B8-480E-BBF1-0DF009701D8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0861" y="453309"/>
            <a:ext cx="1413404" cy="355758"/>
          </a:xfrm>
          <a:prstGeom prst="rect">
            <a:avLst/>
          </a:prstGeom>
        </p:spPr>
      </p:pic>
    </p:spTree>
    <p:extLst>
      <p:ext uri="{BB962C8B-B14F-4D97-AF65-F5344CB8AC3E}">
        <p14:creationId xmlns:p14="http://schemas.microsoft.com/office/powerpoint/2010/main" val="28109201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TITLE SLIDE 3 - No image">
    <p:spTree>
      <p:nvGrpSpPr>
        <p:cNvPr id="1" name=""/>
        <p:cNvGrpSpPr/>
        <p:nvPr/>
      </p:nvGrpSpPr>
      <p:grpSpPr>
        <a:xfrm>
          <a:off x="0" y="0"/>
          <a:ext cx="0" cy="0"/>
          <a:chOff x="0" y="0"/>
          <a:chExt cx="0" cy="0"/>
        </a:xfrm>
      </p:grpSpPr>
      <p:sp>
        <p:nvSpPr>
          <p:cNvPr id="8" name="object 3"/>
          <p:cNvSpPr/>
          <p:nvPr userDrawn="1"/>
        </p:nvSpPr>
        <p:spPr>
          <a:xfrm>
            <a:off x="0" y="9872"/>
            <a:ext cx="9906000" cy="6695731"/>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chemeClr val="bg1"/>
          </a:solidFill>
        </p:spPr>
        <p:txBody>
          <a:bodyPr wrap="square" lIns="0" tIns="0" rIns="0" bIns="0" rtlCol="0">
            <a:noAutofit/>
          </a:bodyPr>
          <a:lstStyle/>
          <a:p>
            <a:endParaRPr sz="1800"/>
          </a:p>
        </p:txBody>
      </p:sp>
      <p:pic>
        <p:nvPicPr>
          <p:cNvPr id="6" name="그림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9906001" cy="6858000"/>
          </a:xfrm>
          <a:prstGeom prst="rect">
            <a:avLst/>
          </a:prstGeom>
        </p:spPr>
      </p:pic>
      <p:pic>
        <p:nvPicPr>
          <p:cNvPr id="5" name="그림 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533929" y="453309"/>
            <a:ext cx="1413404" cy="355758"/>
          </a:xfrm>
          <a:prstGeom prst="rect">
            <a:avLst/>
          </a:prstGeom>
        </p:spPr>
      </p:pic>
    </p:spTree>
    <p:extLst>
      <p:ext uri="{BB962C8B-B14F-4D97-AF65-F5344CB8AC3E}">
        <p14:creationId xmlns:p14="http://schemas.microsoft.com/office/powerpoint/2010/main" val="118280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15100" y="1209600"/>
            <a:ext cx="8275800" cy="4582800"/>
          </a:xfrm>
          <a:prstGeom prst="rect">
            <a:avLst/>
          </a:prstGeom>
        </p:spPr>
        <p:txBody>
          <a:bodyPr vert="horz" lIns="0" tIns="0" rIns="0" bIns="0" rtlCol="0" anchor="t" anchorCtr="0">
            <a:no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29" name="Shape 8"/>
          <p:cNvSpPr txBox="1">
            <a:spLocks/>
          </p:cNvSpPr>
          <p:nvPr userDrawn="1"/>
        </p:nvSpPr>
        <p:spPr>
          <a:xfrm>
            <a:off x="9241114" y="6476906"/>
            <a:ext cx="319921" cy="156746"/>
          </a:xfrm>
          <a:prstGeom prst="rect">
            <a:avLst/>
          </a:prstGeom>
        </p:spPr>
        <p:txBody>
          <a:bodyPr lIns="0" tIns="0" rIns="0" bIns="0" anchor="b"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86CB4B4D-7CA3-9044-876B-883B54F8677D}" type="slidenum">
              <a:rPr lang="en-US" sz="800" smtClean="0">
                <a:solidFill>
                  <a:srgbClr val="00338D"/>
                </a:solidFill>
                <a:cs typeface="Arial" panose="020B0604020202020204" pitchFamily="34" charset="0"/>
              </a:rPr>
              <a:pPr algn="r"/>
              <a:t>‹#›</a:t>
            </a:fld>
            <a:endParaRPr lang="en-US" sz="800" dirty="0">
              <a:solidFill>
                <a:srgbClr val="00338D"/>
              </a:solidFill>
              <a:cs typeface="Arial" panose="020B0604020202020204" pitchFamily="34" charset="0"/>
            </a:endParaRPr>
          </a:p>
        </p:txBody>
      </p:sp>
      <p:pic>
        <p:nvPicPr>
          <p:cNvPr id="8" name="그림 7"/>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321840" y="6463149"/>
            <a:ext cx="909053" cy="223141"/>
          </a:xfrm>
          <a:prstGeom prst="rect">
            <a:avLst/>
          </a:prstGeom>
        </p:spPr>
      </p:pic>
      <p:sp>
        <p:nvSpPr>
          <p:cNvPr id="9" name="Shape 36"/>
          <p:cNvSpPr/>
          <p:nvPr userDrawn="1"/>
        </p:nvSpPr>
        <p:spPr>
          <a:xfrm>
            <a:off x="1394325" y="6460754"/>
            <a:ext cx="7376892" cy="457200"/>
          </a:xfrm>
          <a:prstGeom prst="rect">
            <a:avLst/>
          </a:prstGeom>
          <a:ln w="12700">
            <a:miter lim="400000"/>
          </a:ln>
          <a:extLst>
            <a:ext uri="{C572A759-6A51-4108-AA02-DFA0A04FC94B}">
              <ma14:wrappingTextBoxFlag xmlns:ma14="http://schemas.microsoft.com/office/mac/drawingml/2011/main" xmlns="" val="1"/>
            </a:ext>
          </a:extLst>
        </p:spPr>
        <p:txBody>
          <a:bodyPr lIns="0" tIns="0" rIns="0" bIns="0"/>
          <a:lstStyle>
            <a:lvl1pPr defTabSz="914400">
              <a:defRPr sz="800">
                <a:solidFill>
                  <a:srgbClr val="004C97"/>
                </a:solidFill>
                <a:latin typeface="Univers for KPMG"/>
                <a:ea typeface="Univers for KPMG"/>
                <a:cs typeface="Univers for KPMG"/>
                <a:sym typeface="Univers for KPMG"/>
              </a:defRPr>
            </a:lvl1pPr>
          </a:lstStyle>
          <a:p>
            <a:pPr latinLnBrk="0">
              <a:defRPr/>
            </a:pPr>
            <a:r>
              <a:rPr lang="en-US" altLang="ko-KR" sz="800" dirty="0">
                <a:solidFill>
                  <a:schemeClr val="tx2"/>
                </a:solidFill>
                <a:latin typeface="Univers 45 Light" pitchFamily="2" charset="0"/>
                <a:ea typeface="나눔고딕" panose="020B0600000101010101" charset="-127"/>
                <a:cs typeface="Arial" charset="0"/>
              </a:rPr>
              <a:t>© 2026 </a:t>
            </a:r>
            <a:r>
              <a:rPr kumimoji="1" lang="en-US" altLang="ko-KR" sz="800" dirty="0">
                <a:solidFill>
                  <a:schemeClr val="tx2"/>
                </a:solidFill>
                <a:latin typeface="Univers 45 Light" pitchFamily="2" charset="0"/>
                <a:ea typeface="나눔고딕" panose="020B0600000101010101" charset="-127"/>
                <a:cs typeface="Arial" charset="0"/>
              </a:rPr>
              <a:t>KPMG Samjong Accounting Corp., </a:t>
            </a:r>
            <a:r>
              <a:rPr lang="en-US" altLang="ko-KR" sz="800" dirty="0">
                <a:solidFill>
                  <a:schemeClr val="tx2"/>
                </a:solidFill>
                <a:latin typeface="Univers 45 Light" pitchFamily="2" charset="0"/>
                <a:ea typeface="나눔고딕" panose="020B0600000101010101" charset="-127"/>
                <a:cs typeface="Arial" charset="0"/>
              </a:rPr>
              <a:t>the Korean member firm of the KPMG network of independent member firms affiliated with KPMG International Cooperative (“KPMG International”), a Swiss entity. All rights reserved. Printed in Korea.</a:t>
            </a:r>
          </a:p>
        </p:txBody>
      </p:sp>
      <p:sp>
        <p:nvSpPr>
          <p:cNvPr id="10" name="Line 10"/>
          <p:cNvSpPr>
            <a:spLocks noChangeShapeType="1"/>
          </p:cNvSpPr>
          <p:nvPr userDrawn="1"/>
        </p:nvSpPr>
        <p:spPr bwMode="auto">
          <a:xfrm>
            <a:off x="273000" y="6312784"/>
            <a:ext cx="9360000" cy="0"/>
          </a:xfrm>
          <a:prstGeom prst="line">
            <a:avLst/>
          </a:prstGeom>
          <a:noFill/>
          <a:ln w="3175">
            <a:solidFill>
              <a:srgbClr val="000000"/>
            </a:solidFill>
            <a:round/>
            <a:headEnd/>
            <a:tailEnd/>
          </a:ln>
        </p:spPr>
        <p:txBody>
          <a:bodyPr/>
          <a:lstStyle/>
          <a:p>
            <a:endParaRPr lang="en-GB" sz="1800" dirty="0">
              <a:latin typeface="맑은 고딕" pitchFamily="50" charset="-127"/>
            </a:endParaRPr>
          </a:p>
        </p:txBody>
      </p:sp>
      <p:sp>
        <p:nvSpPr>
          <p:cNvPr id="4" name="직사각형 3"/>
          <p:cNvSpPr/>
          <p:nvPr userDrawn="1"/>
        </p:nvSpPr>
        <p:spPr>
          <a:xfrm>
            <a:off x="322182" y="381001"/>
            <a:ext cx="117000" cy="532800"/>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ko-KR" altLang="en-US" sz="1500" dirty="0" err="1">
              <a:solidFill>
                <a:schemeClr val="bg1"/>
              </a:solidFill>
            </a:endParaRPr>
          </a:p>
        </p:txBody>
      </p:sp>
    </p:spTree>
    <p:extLst>
      <p:ext uri="{BB962C8B-B14F-4D97-AF65-F5344CB8AC3E}">
        <p14:creationId xmlns:p14="http://schemas.microsoft.com/office/powerpoint/2010/main" val="179908834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 id="2147483695" r:id="rId23"/>
    <p:sldLayoutId id="2147483696" r:id="rId24"/>
    <p:sldLayoutId id="2147483697" r:id="rId25"/>
    <p:sldLayoutId id="2147483698" r:id="rId26"/>
    <p:sldLayoutId id="2147483699" r:id="rId27"/>
    <p:sldLayoutId id="2147483700" r:id="rId28"/>
    <p:sldLayoutId id="2147483728" r:id="rId29"/>
  </p:sldLayoutIdLst>
  <p:txStyles>
    <p:titleStyle>
      <a:lvl1pPr algn="l" defTabSz="914400" rtl="0" eaLnBrk="1" latinLnBrk="1" hangingPunct="1">
        <a:lnSpc>
          <a:spcPct val="70000"/>
        </a:lnSpc>
        <a:spcBef>
          <a:spcPct val="0"/>
        </a:spcBef>
        <a:buNone/>
        <a:defRPr sz="5400" kern="1200">
          <a:solidFill>
            <a:schemeClr val="tx2"/>
          </a:solidFill>
          <a:latin typeface="+mj-lt"/>
          <a:ea typeface="+mj-ea"/>
          <a:cs typeface="+mj-cs"/>
        </a:defRPr>
      </a:lvl1pPr>
    </p:titleStyle>
    <p:bodyStyle>
      <a:lvl1pPr marL="0" indent="0" algn="l" defTabSz="914400" rtl="0" eaLnBrk="1" latinLnBrk="1" hangingPunct="1">
        <a:lnSpc>
          <a:spcPct val="100000"/>
        </a:lnSpc>
        <a:spcBef>
          <a:spcPts val="0"/>
        </a:spcBef>
        <a:spcAft>
          <a:spcPts val="600"/>
        </a:spcAft>
        <a:buFontTx/>
        <a:buNone/>
        <a:defRPr sz="1500" b="1" kern="1200">
          <a:solidFill>
            <a:schemeClr val="tx2"/>
          </a:solidFill>
          <a:latin typeface="+mn-lt"/>
          <a:ea typeface="+mn-ea"/>
          <a:cs typeface="+mn-cs"/>
        </a:defRPr>
      </a:lvl1pPr>
      <a:lvl2pPr marL="0" indent="0" algn="l" defTabSz="914400" rtl="0" eaLnBrk="1" latinLnBrk="1" hangingPunct="1">
        <a:lnSpc>
          <a:spcPct val="100000"/>
        </a:lnSpc>
        <a:spcBef>
          <a:spcPts val="0"/>
        </a:spcBef>
        <a:spcAft>
          <a:spcPts val="600"/>
        </a:spcAft>
        <a:buFontTx/>
        <a:buNone/>
        <a:defRPr sz="1500" kern="1200">
          <a:solidFill>
            <a:schemeClr val="tx2"/>
          </a:solidFill>
          <a:latin typeface="+mn-lt"/>
          <a:ea typeface="+mn-ea"/>
          <a:cs typeface="+mn-cs"/>
        </a:defRPr>
      </a:lvl2pPr>
      <a:lvl3pPr marL="284400" indent="-284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3pPr>
      <a:lvl4pPr marL="576000" indent="-230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4pPr>
      <a:lvl5pPr marL="824400" indent="-284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baseline="0">
          <a:solidFill>
            <a:schemeClr val="tx2"/>
          </a:solidFill>
          <a:latin typeface="+mn-lt"/>
          <a:ea typeface="+mn-ea"/>
          <a:cs typeface="+mn-cs"/>
        </a:defRPr>
      </a:lvl5pPr>
      <a:lvl6pPr marL="1098000" indent="-230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6pPr>
      <a:lvl7pPr marL="1371600" indent="-284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7pPr>
      <a:lvl8pPr marL="1645200" indent="-2286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657" userDrawn="1">
          <p15:clr>
            <a:srgbClr val="F26B43"/>
          </p15:clr>
        </p15:guide>
        <p15:guide id="2" pos="509" userDrawn="1">
          <p15:clr>
            <a:srgbClr val="F26B43"/>
          </p15:clr>
        </p15:guide>
        <p15:guide id="3" pos="5732" userDrawn="1">
          <p15:clr>
            <a:srgbClr val="F26B43"/>
          </p15:clr>
        </p15:guide>
        <p15:guide id="4" orient="horz" pos="763" userDrawn="1">
          <p15:clr>
            <a:srgbClr val="F26B43"/>
          </p15:clr>
        </p15:guide>
        <p15:guide id="5" orient="horz" pos="608" userDrawn="1">
          <p15:clr>
            <a:srgbClr val="F26B43"/>
          </p15:clr>
        </p15:guide>
        <p15:guide id="6" orient="horz" pos="27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20.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6" name="TextBox 5"/>
          <p:cNvSpPr txBox="1"/>
          <p:nvPr/>
        </p:nvSpPr>
        <p:spPr>
          <a:xfrm>
            <a:off x="712222" y="1169767"/>
            <a:ext cx="6104213" cy="1455312"/>
          </a:xfrm>
          <a:prstGeom prst="rect">
            <a:avLst/>
          </a:prstGeom>
          <a:noFill/>
        </p:spPr>
        <p:txBody>
          <a:bodyPr wrap="square" lIns="54610" tIns="54610" rIns="54610" bIns="54610" rtlCol="0">
            <a:noAutofit/>
          </a:bodyPr>
          <a:lstStyle/>
          <a:p>
            <a:pPr fontAlgn="ctr" latinLnBrk="0">
              <a:defRPr/>
            </a:pPr>
            <a:r>
              <a:rPr lang="ko-KR" altLang="en-US" sz="2400" b="1" kern="0" spc="-50" dirty="0" err="1">
                <a:ln>
                  <a:solidFill>
                    <a:srgbClr val="000000">
                      <a:alpha val="0"/>
                    </a:srgbClr>
                  </a:solidFill>
                </a:ln>
                <a:solidFill>
                  <a:srgbClr val="00338D"/>
                </a:solidFill>
                <a:latin typeface="맑은 고딕" panose="020B0503020000020004" pitchFamily="50" charset="-127"/>
                <a:ea typeface="맑은 고딕" pitchFamily="50" charset="-127"/>
              </a:rPr>
              <a:t>넥센타이어</a:t>
            </a:r>
            <a:endPar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fontAlgn="ctr" latinLnBrk="0">
              <a:defRPr/>
            </a:pP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원산지 판정 월간 보고서</a:t>
            </a:r>
            <a:endPar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fontAlgn="ctr" latinLnBrk="0">
              <a:defRPr/>
            </a:pP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2026</a:t>
            </a: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년 </a:t>
            </a: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10</a:t>
            </a: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월</a:t>
            </a: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 (2026</a:t>
            </a: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년 </a:t>
            </a: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09</a:t>
            </a: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월 매출</a:t>
            </a: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a:t>
            </a:r>
            <a:endPar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p:txBody>
      </p:sp>
      <p:sp>
        <p:nvSpPr>
          <p:cNvPr id="7" name="Rectangle 17"/>
          <p:cNvSpPr txBox="1">
            <a:spLocks noChangeArrowheads="1"/>
          </p:cNvSpPr>
          <p:nvPr/>
        </p:nvSpPr>
        <p:spPr>
          <a:xfrm>
            <a:off x="712222" y="2346991"/>
            <a:ext cx="3419475" cy="1392090"/>
          </a:xfrm>
          <a:prstGeom prst="rect">
            <a:avLst/>
          </a:prstGeom>
          <a:noFill/>
        </p:spPr>
        <p:txBody>
          <a:bodyPr wrap="square" lIns="54610" tIns="54610" rIns="54610" bIns="54610" rtlCol="0">
            <a:noAutofit/>
          </a:bodyPr>
          <a:lstStyle>
            <a:defPPr>
              <a:defRPr lang="ko-KR"/>
            </a:defPPr>
            <a:lvl1pPr fontAlgn="ctr" latinLnBrk="0">
              <a:defRPr sz="2400" b="1" kern="0" spc="-50">
                <a:ln>
                  <a:solidFill>
                    <a:srgbClr val="000000">
                      <a:alpha val="0"/>
                    </a:srgbClr>
                  </a:solidFill>
                </a:ln>
                <a:solidFill>
                  <a:srgbClr val="00338D"/>
                </a:solidFill>
                <a:latin typeface="맑은 고딕" panose="020B0503020000020004" pitchFamily="50" charset="-127"/>
                <a:ea typeface="맑은 고딕" pitchFamily="50" charset="-127"/>
              </a:defRPr>
            </a:lvl1pPr>
          </a:lstStyle>
          <a:p>
            <a:pPr>
              <a:lnSpc>
                <a:spcPct val="150000"/>
              </a:lnSpc>
            </a:pPr>
            <a:r>
              <a:rPr lang="en-GB" altLang="ko-KR" sz="1200" dirty="0"/>
              <a:t>2026.10.27</a:t>
            </a:r>
          </a:p>
          <a:p>
            <a:pPr>
              <a:lnSpc>
                <a:spcPct val="150000"/>
              </a:lnSpc>
            </a:pPr>
            <a:r>
              <a:rPr lang="en-US" altLang="ko-KR" sz="1200" dirty="0"/>
              <a:t>KPMG </a:t>
            </a:r>
            <a:r>
              <a:rPr lang="ko-KR" altLang="en-US" sz="1200" dirty="0" err="1"/>
              <a:t>삼정회계법인</a:t>
            </a:r>
            <a:endParaRPr lang="ko-KR" altLang="en-US" sz="1200" dirty="0"/>
          </a:p>
          <a:p>
            <a:pPr>
              <a:lnSpc>
                <a:spcPct val="150000"/>
              </a:lnSpc>
            </a:pPr>
            <a:r>
              <a:rPr lang="en-GB" altLang="ko-KR" sz="1200" dirty="0"/>
              <a:t>MC</a:t>
            </a:r>
          </a:p>
        </p:txBody>
      </p:sp>
    </p:spTree>
    <p:extLst>
      <p:ext uri="{BB962C8B-B14F-4D97-AF65-F5344CB8AC3E}">
        <p14:creationId xmlns:p14="http://schemas.microsoft.com/office/powerpoint/2010/main" val="942621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4113" y="416805"/>
            <a:ext cx="7639200" cy="518400"/>
          </a:xfrm>
          <a:noFill/>
        </p:spPr>
        <p:txBody>
          <a:bodyPr anchor="ctr" anchorCtr="0"/>
          <a:lstStyle/>
          <a:p>
            <a:r>
              <a:rPr 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Contents</a:t>
            </a:r>
          </a:p>
        </p:txBody>
      </p:sp>
      <p:graphicFrame>
        <p:nvGraphicFramePr>
          <p:cNvPr id="5" name="Group 2"/>
          <p:cNvGraphicFramePr>
            <a:graphicFrameLocks noGrp="1"/>
          </p:cNvGraphicFramePr>
          <p:nvPr>
            <p:extLst>
              <p:ext uri="{D42A27DB-BD31-4B8C-83A1-F6EECF244321}">
                <p14:modId xmlns:p14="http://schemas.microsoft.com/office/powerpoint/2010/main" val="3292565748"/>
              </p:ext>
            </p:extLst>
          </p:nvPr>
        </p:nvGraphicFramePr>
        <p:xfrm>
          <a:off x="1415844" y="1200381"/>
          <a:ext cx="7177549" cy="3217135"/>
        </p:xfrm>
        <a:graphic>
          <a:graphicData uri="http://schemas.openxmlformats.org/drawingml/2006/table">
            <a:tbl>
              <a:tblPr/>
              <a:tblGrid>
                <a:gridCol w="6538452">
                  <a:extLst>
                    <a:ext uri="{9D8B030D-6E8A-4147-A177-3AD203B41FA5}">
                      <a16:colId xmlns:a16="http://schemas.microsoft.com/office/drawing/2014/main" val="20000"/>
                    </a:ext>
                  </a:extLst>
                </a:gridCol>
                <a:gridCol w="639097">
                  <a:extLst>
                    <a:ext uri="{9D8B030D-6E8A-4147-A177-3AD203B41FA5}">
                      <a16:colId xmlns:a16="http://schemas.microsoft.com/office/drawing/2014/main" val="20001"/>
                    </a:ext>
                  </a:extLst>
                </a:gridCol>
              </a:tblGrid>
              <a:tr h="0">
                <a:tc>
                  <a:txBody>
                    <a:bodyPr/>
                    <a:lstStyle>
                      <a:lvl1pPr marL="0" algn="l" defTabSz="495285" rtl="0" eaLnBrk="1" latinLnBrk="1" hangingPunct="1">
                        <a:defRPr sz="1950" kern="1200">
                          <a:solidFill>
                            <a:schemeClr val="tx1"/>
                          </a:solidFill>
                          <a:latin typeface="Arial"/>
                        </a:defRPr>
                      </a:lvl1pPr>
                      <a:lvl2pPr marL="495285" algn="l" defTabSz="495285" rtl="0" eaLnBrk="1" latinLnBrk="1" hangingPunct="1">
                        <a:defRPr sz="1950" kern="1200">
                          <a:solidFill>
                            <a:schemeClr val="tx1"/>
                          </a:solidFill>
                          <a:latin typeface="Arial"/>
                        </a:defRPr>
                      </a:lvl2pPr>
                      <a:lvl3pPr marL="990570" algn="l" defTabSz="495285" rtl="0" eaLnBrk="1" latinLnBrk="1" hangingPunct="1">
                        <a:defRPr sz="1950" kern="1200">
                          <a:solidFill>
                            <a:schemeClr val="tx1"/>
                          </a:solidFill>
                          <a:latin typeface="Arial"/>
                        </a:defRPr>
                      </a:lvl3pPr>
                      <a:lvl4pPr marL="1485854" algn="l" defTabSz="495285" rtl="0" eaLnBrk="1" latinLnBrk="1" hangingPunct="1">
                        <a:defRPr sz="1950" kern="1200">
                          <a:solidFill>
                            <a:schemeClr val="tx1"/>
                          </a:solidFill>
                          <a:latin typeface="Arial"/>
                        </a:defRPr>
                      </a:lvl4pPr>
                      <a:lvl5pPr marL="1981139" algn="l" defTabSz="495285" rtl="0" eaLnBrk="1" latinLnBrk="1" hangingPunct="1">
                        <a:defRPr sz="1950" kern="1200">
                          <a:solidFill>
                            <a:schemeClr val="tx1"/>
                          </a:solidFill>
                          <a:latin typeface="Arial"/>
                        </a:defRPr>
                      </a:lvl5pPr>
                      <a:lvl6pPr marL="2476424" algn="l" defTabSz="495285" rtl="0" eaLnBrk="1" latinLnBrk="1" hangingPunct="1">
                        <a:defRPr sz="1950" kern="1200">
                          <a:solidFill>
                            <a:schemeClr val="tx1"/>
                          </a:solidFill>
                          <a:latin typeface="Arial"/>
                        </a:defRPr>
                      </a:lvl6pPr>
                      <a:lvl7pPr marL="2971709" algn="l" defTabSz="495285" rtl="0" eaLnBrk="1" latinLnBrk="1" hangingPunct="1">
                        <a:defRPr sz="1950" kern="1200">
                          <a:solidFill>
                            <a:schemeClr val="tx1"/>
                          </a:solidFill>
                          <a:latin typeface="Arial"/>
                        </a:defRPr>
                      </a:lvl7pPr>
                      <a:lvl8pPr marL="3466993" algn="l" defTabSz="495285" rtl="0" eaLnBrk="1" latinLnBrk="1" hangingPunct="1">
                        <a:defRPr sz="1950" kern="1200">
                          <a:solidFill>
                            <a:schemeClr val="tx1"/>
                          </a:solidFill>
                          <a:latin typeface="Arial"/>
                        </a:defRPr>
                      </a:lvl8pPr>
                      <a:lvl9pPr marL="3962278" algn="l" defTabSz="495285" rtl="0" eaLnBrk="1" latinLnBrk="1" hangingPunct="1">
                        <a:defRPr sz="1950" kern="1200">
                          <a:solidFill>
                            <a:schemeClr val="tx1"/>
                          </a:solidFill>
                          <a:latin typeface="Arial"/>
                        </a:defRPr>
                      </a:lvl9pPr>
                    </a:lstStyle>
                    <a:p>
                      <a:pPr marL="0" marR="0" lvl="0" indent="0" algn="l" defTabSz="762000" rtl="0" eaLnBrk="1" fontAlgn="base" latinLnBrk="0" hangingPunct="1">
                        <a:lnSpc>
                          <a:spcPct val="100000"/>
                        </a:lnSpc>
                        <a:spcBef>
                          <a:spcPct val="40000"/>
                        </a:spcBef>
                        <a:spcAft>
                          <a:spcPct val="0"/>
                        </a:spcAft>
                        <a:buClrTx/>
                        <a:buSzTx/>
                        <a:buFontTx/>
                        <a:buNone/>
                        <a:tabLst/>
                      </a:pPr>
                      <a:endParaRPr lang="en-US"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72000" marB="72000" horzOverflow="overflow">
                    <a:lnL>
                      <a:noFill/>
                    </a:lnL>
                    <a:lnR>
                      <a:noFill/>
                    </a:lnR>
                    <a:lnT>
                      <a:noFill/>
                    </a:lnT>
                    <a:lnB>
                      <a:noFill/>
                    </a:lnB>
                    <a:lnTlToBr>
                      <a:noFill/>
                    </a:lnTlToBr>
                    <a:lnBlToTr>
                      <a:noFill/>
                    </a:lnBlToTr>
                    <a:noFill/>
                  </a:tcPr>
                </a:tc>
                <a:tc>
                  <a:txBody>
                    <a:bodyPr/>
                    <a:lstStyle>
                      <a:lvl1pPr marL="0" algn="l" defTabSz="495285" rtl="0" eaLnBrk="1" latinLnBrk="1" hangingPunct="1">
                        <a:defRPr sz="1950" kern="1200">
                          <a:solidFill>
                            <a:schemeClr val="tx1"/>
                          </a:solidFill>
                          <a:latin typeface="Arial"/>
                        </a:defRPr>
                      </a:lvl1pPr>
                      <a:lvl2pPr marL="495285" algn="l" defTabSz="495285" rtl="0" eaLnBrk="1" latinLnBrk="1" hangingPunct="1">
                        <a:defRPr sz="1950" kern="1200">
                          <a:solidFill>
                            <a:schemeClr val="tx1"/>
                          </a:solidFill>
                          <a:latin typeface="Arial"/>
                        </a:defRPr>
                      </a:lvl2pPr>
                      <a:lvl3pPr marL="990570" algn="l" defTabSz="495285" rtl="0" eaLnBrk="1" latinLnBrk="1" hangingPunct="1">
                        <a:defRPr sz="1950" kern="1200">
                          <a:solidFill>
                            <a:schemeClr val="tx1"/>
                          </a:solidFill>
                          <a:latin typeface="Arial"/>
                        </a:defRPr>
                      </a:lvl3pPr>
                      <a:lvl4pPr marL="1485854" algn="l" defTabSz="495285" rtl="0" eaLnBrk="1" latinLnBrk="1" hangingPunct="1">
                        <a:defRPr sz="1950" kern="1200">
                          <a:solidFill>
                            <a:schemeClr val="tx1"/>
                          </a:solidFill>
                          <a:latin typeface="Arial"/>
                        </a:defRPr>
                      </a:lvl4pPr>
                      <a:lvl5pPr marL="1981139" algn="l" defTabSz="495285" rtl="0" eaLnBrk="1" latinLnBrk="1" hangingPunct="1">
                        <a:defRPr sz="1950" kern="1200">
                          <a:solidFill>
                            <a:schemeClr val="tx1"/>
                          </a:solidFill>
                          <a:latin typeface="Arial"/>
                        </a:defRPr>
                      </a:lvl5pPr>
                      <a:lvl6pPr marL="2476424" algn="l" defTabSz="495285" rtl="0" eaLnBrk="1" latinLnBrk="1" hangingPunct="1">
                        <a:defRPr sz="1950" kern="1200">
                          <a:solidFill>
                            <a:schemeClr val="tx1"/>
                          </a:solidFill>
                          <a:latin typeface="Arial"/>
                        </a:defRPr>
                      </a:lvl6pPr>
                      <a:lvl7pPr marL="2971709" algn="l" defTabSz="495285" rtl="0" eaLnBrk="1" latinLnBrk="1" hangingPunct="1">
                        <a:defRPr sz="1950" kern="1200">
                          <a:solidFill>
                            <a:schemeClr val="tx1"/>
                          </a:solidFill>
                          <a:latin typeface="Arial"/>
                        </a:defRPr>
                      </a:lvl7pPr>
                      <a:lvl8pPr marL="3466993" algn="l" defTabSz="495285" rtl="0" eaLnBrk="1" latinLnBrk="1" hangingPunct="1">
                        <a:defRPr sz="1950" kern="1200">
                          <a:solidFill>
                            <a:schemeClr val="tx1"/>
                          </a:solidFill>
                          <a:latin typeface="Arial"/>
                        </a:defRPr>
                      </a:lvl8pPr>
                      <a:lvl9pPr marL="3962278" algn="l" defTabSz="495285" rtl="0" eaLnBrk="1" latinLnBrk="1" hangingPunct="1">
                        <a:defRPr sz="1950" kern="1200">
                          <a:solidFill>
                            <a:schemeClr val="tx1"/>
                          </a:solidFill>
                          <a:latin typeface="Arial"/>
                        </a:defRPr>
                      </a:lvl9pPr>
                    </a:lstStyle>
                    <a:p>
                      <a:pPr marL="0" marR="0" lvl="0" indent="0" algn="l" defTabSz="762000" rtl="0" eaLnBrk="1" fontAlgn="base" latinLnBrk="0" hangingPunct="1">
                        <a:lnSpc>
                          <a:spcPct val="100000"/>
                        </a:lnSpc>
                        <a:spcBef>
                          <a:spcPct val="40000"/>
                        </a:spcBef>
                        <a:spcAft>
                          <a:spcPct val="0"/>
                        </a:spcAft>
                        <a:buClrTx/>
                        <a:buSzTx/>
                        <a:buFontTx/>
                        <a:buNone/>
                        <a:tabLst/>
                      </a:pPr>
                      <a:r>
                        <a:rPr lang="en-GB"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Page</a:t>
                      </a:r>
                    </a:p>
                  </a:txBody>
                  <a:tcPr marL="72000" marR="72000" marT="72000" marB="72000" horzOverflow="overflow">
                    <a:lnL>
                      <a:noFill/>
                    </a:lnL>
                    <a:lnR>
                      <a:noFill/>
                    </a:lnR>
                    <a:lnT>
                      <a:noFill/>
                    </a:lnT>
                    <a:lnB>
                      <a:noFill/>
                    </a:lnB>
                    <a:lnTlToBr>
                      <a:noFill/>
                    </a:lnTlToBr>
                    <a:lnBlToTr>
                      <a:noFill/>
                    </a:lnBlToTr>
                    <a:noFill/>
                  </a:tcPr>
                </a:tc>
                <a:extLst>
                  <a:ext uri="{0D108BD9-81ED-4DB2-BD59-A6C34878D82A}">
                    <a16:rowId xmlns:a16="http://schemas.microsoft.com/office/drawing/2014/main" val="10000"/>
                  </a:ext>
                </a:extLst>
              </a:tr>
              <a:tr h="259200">
                <a:tc>
                  <a:txBody>
                    <a:bodyPr/>
                    <a:lstStyle>
                      <a:lvl1pPr marL="0" algn="l" defTabSz="495285" rtl="0" eaLnBrk="1" latinLnBrk="1" hangingPunct="1">
                        <a:defRPr sz="1950" kern="1200">
                          <a:solidFill>
                            <a:schemeClr val="tx1"/>
                          </a:solidFill>
                          <a:latin typeface="Arial"/>
                        </a:defRPr>
                      </a:lvl1pPr>
                      <a:lvl2pPr marL="495285" algn="l" defTabSz="495285" rtl="0" eaLnBrk="1" latinLnBrk="1" hangingPunct="1">
                        <a:defRPr sz="1950" kern="1200">
                          <a:solidFill>
                            <a:schemeClr val="tx1"/>
                          </a:solidFill>
                          <a:latin typeface="Arial"/>
                        </a:defRPr>
                      </a:lvl2pPr>
                      <a:lvl3pPr marL="990570" algn="l" defTabSz="495285" rtl="0" eaLnBrk="1" latinLnBrk="1" hangingPunct="1">
                        <a:defRPr sz="1950" kern="1200">
                          <a:solidFill>
                            <a:schemeClr val="tx1"/>
                          </a:solidFill>
                          <a:latin typeface="Arial"/>
                        </a:defRPr>
                      </a:lvl3pPr>
                      <a:lvl4pPr marL="1485854" algn="l" defTabSz="495285" rtl="0" eaLnBrk="1" latinLnBrk="1" hangingPunct="1">
                        <a:defRPr sz="1950" kern="1200">
                          <a:solidFill>
                            <a:schemeClr val="tx1"/>
                          </a:solidFill>
                          <a:latin typeface="Arial"/>
                        </a:defRPr>
                      </a:lvl4pPr>
                      <a:lvl5pPr marL="1981139" algn="l" defTabSz="495285" rtl="0" eaLnBrk="1" latinLnBrk="1" hangingPunct="1">
                        <a:defRPr sz="1950" kern="1200">
                          <a:solidFill>
                            <a:schemeClr val="tx1"/>
                          </a:solidFill>
                          <a:latin typeface="Arial"/>
                        </a:defRPr>
                      </a:lvl5pPr>
                      <a:lvl6pPr marL="2476424" algn="l" defTabSz="495285" rtl="0" eaLnBrk="1" latinLnBrk="1" hangingPunct="1">
                        <a:defRPr sz="1950" kern="1200">
                          <a:solidFill>
                            <a:schemeClr val="tx1"/>
                          </a:solidFill>
                          <a:latin typeface="Arial"/>
                        </a:defRPr>
                      </a:lvl6pPr>
                      <a:lvl7pPr marL="2971709" algn="l" defTabSz="495285" rtl="0" eaLnBrk="1" latinLnBrk="1" hangingPunct="1">
                        <a:defRPr sz="1950" kern="1200">
                          <a:solidFill>
                            <a:schemeClr val="tx1"/>
                          </a:solidFill>
                          <a:latin typeface="Arial"/>
                        </a:defRPr>
                      </a:lvl7pPr>
                      <a:lvl8pPr marL="3466993" algn="l" defTabSz="495285" rtl="0" eaLnBrk="1" latinLnBrk="1" hangingPunct="1">
                        <a:defRPr sz="1950" kern="1200">
                          <a:solidFill>
                            <a:schemeClr val="tx1"/>
                          </a:solidFill>
                          <a:latin typeface="Arial"/>
                        </a:defRPr>
                      </a:lvl8pPr>
                      <a:lvl9pPr marL="3962278" algn="l" defTabSz="495285" rtl="0" eaLnBrk="1" latinLnBrk="1" hangingPunct="1">
                        <a:defRPr sz="1950" kern="1200">
                          <a:solidFill>
                            <a:schemeClr val="tx1"/>
                          </a:solidFill>
                          <a:latin typeface="Arial"/>
                        </a:defRPr>
                      </a:lvl9pPr>
                    </a:lstStyle>
                    <a:p>
                      <a:pPr marL="285750" marR="0" lvl="0" indent="-180000" algn="l" defTabSz="914400" rtl="0" eaLnBrk="1" fontAlgn="base" latinLnBrk="0" hangingPunct="1">
                        <a:lnSpc>
                          <a:spcPct val="110000"/>
                        </a:lnSpc>
                        <a:spcBef>
                          <a:spcPts val="600"/>
                        </a:spcBef>
                        <a:spcAft>
                          <a:spcPct val="0"/>
                        </a:spcAft>
                        <a:buClrTx/>
                        <a:buSzTx/>
                        <a:buFont typeface="+mj-lt"/>
                        <a:buAutoNum type="romanUcPeriod"/>
                        <a:tabLst/>
                      </a:pPr>
                      <a:r>
                        <a:rPr kumimoji="0" lang="en-GB" altLang="ko-KR" sz="1200" b="1" i="0" u="none" strike="noStrike" cap="none" normalizeH="0" baseline="0" dirty="0">
                          <a:ln>
                            <a:noFill/>
                          </a:ln>
                          <a:solidFill>
                            <a:schemeClr val="tx2"/>
                          </a:solidFill>
                          <a:effectLst/>
                          <a:latin typeface="맑은 고딕" pitchFamily="50" charset="-127"/>
                          <a:ea typeface="맑은 고딕" pitchFamily="50" charset="-127"/>
                        </a:rPr>
                        <a:t>  </a:t>
                      </a:r>
                      <a:r>
                        <a:rPr lang="en-GB"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12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en-GB"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lvl1pPr marL="0" algn="l" defTabSz="495285" rtl="0" eaLnBrk="1" latinLnBrk="1" hangingPunct="1">
                        <a:defRPr sz="1950" kern="1200">
                          <a:solidFill>
                            <a:schemeClr val="tx1"/>
                          </a:solidFill>
                          <a:latin typeface="Arial"/>
                        </a:defRPr>
                      </a:lvl1pPr>
                      <a:lvl2pPr marL="495285" algn="l" defTabSz="495285" rtl="0" eaLnBrk="1" latinLnBrk="1" hangingPunct="1">
                        <a:defRPr sz="1950" kern="1200">
                          <a:solidFill>
                            <a:schemeClr val="tx1"/>
                          </a:solidFill>
                          <a:latin typeface="Arial"/>
                        </a:defRPr>
                      </a:lvl2pPr>
                      <a:lvl3pPr marL="990570" algn="l" defTabSz="495285" rtl="0" eaLnBrk="1" latinLnBrk="1" hangingPunct="1">
                        <a:defRPr sz="1950" kern="1200">
                          <a:solidFill>
                            <a:schemeClr val="tx1"/>
                          </a:solidFill>
                          <a:latin typeface="Arial"/>
                        </a:defRPr>
                      </a:lvl3pPr>
                      <a:lvl4pPr marL="1485854" algn="l" defTabSz="495285" rtl="0" eaLnBrk="1" latinLnBrk="1" hangingPunct="1">
                        <a:defRPr sz="1950" kern="1200">
                          <a:solidFill>
                            <a:schemeClr val="tx1"/>
                          </a:solidFill>
                          <a:latin typeface="Arial"/>
                        </a:defRPr>
                      </a:lvl4pPr>
                      <a:lvl5pPr marL="1981139" algn="l" defTabSz="495285" rtl="0" eaLnBrk="1" latinLnBrk="1" hangingPunct="1">
                        <a:defRPr sz="1950" kern="1200">
                          <a:solidFill>
                            <a:schemeClr val="tx1"/>
                          </a:solidFill>
                          <a:latin typeface="Arial"/>
                        </a:defRPr>
                      </a:lvl5pPr>
                      <a:lvl6pPr marL="2476424" algn="l" defTabSz="495285" rtl="0" eaLnBrk="1" latinLnBrk="1" hangingPunct="1">
                        <a:defRPr sz="1950" kern="1200">
                          <a:solidFill>
                            <a:schemeClr val="tx1"/>
                          </a:solidFill>
                          <a:latin typeface="Arial"/>
                        </a:defRPr>
                      </a:lvl6pPr>
                      <a:lvl7pPr marL="2971709" algn="l" defTabSz="495285" rtl="0" eaLnBrk="1" latinLnBrk="1" hangingPunct="1">
                        <a:defRPr sz="1950" kern="1200">
                          <a:solidFill>
                            <a:schemeClr val="tx1"/>
                          </a:solidFill>
                          <a:latin typeface="Arial"/>
                        </a:defRPr>
                      </a:lvl7pPr>
                      <a:lvl8pPr marL="3466993" algn="l" defTabSz="495285" rtl="0" eaLnBrk="1" latinLnBrk="1" hangingPunct="1">
                        <a:defRPr sz="1950" kern="1200">
                          <a:solidFill>
                            <a:schemeClr val="tx1"/>
                          </a:solidFill>
                          <a:latin typeface="Arial"/>
                        </a:defRPr>
                      </a:lvl8pPr>
                      <a:lvl9pPr marL="3962278" algn="l" defTabSz="495285" rtl="0" eaLnBrk="1" latinLnBrk="1" hangingPunct="1">
                        <a:defRPr sz="1950" kern="1200">
                          <a:solidFill>
                            <a:schemeClr val="tx1"/>
                          </a:solidFill>
                          <a:latin typeface="Arial"/>
                        </a:defRPr>
                      </a:lvl9pPr>
                    </a:lstStyle>
                    <a:p>
                      <a:pPr marL="187325" marR="0" lvl="1" indent="-185738" algn="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endParaRPr kumimoji="0" lang="en-GB" altLang="ko-KR" sz="1200" b="1" i="0" u="none" strike="noStrike" kern="1200" cap="none" normalizeH="0" baseline="0" dirty="0">
                        <a:ln>
                          <a:noFill/>
                        </a:ln>
                        <a:solidFill>
                          <a:schemeClr val="tx2"/>
                        </a:solidFill>
                        <a:effectLst/>
                        <a:latin typeface="맑은 고딕" panose="020B0503020000020004" pitchFamily="50" charset="-127"/>
                        <a:ea typeface="맑은 고딕" panose="020B0503020000020004" pitchFamily="50" charset="-127"/>
                        <a:cs typeface="+mn-cs"/>
                      </a:endParaRP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1"/>
                  </a:ext>
                </a:extLst>
              </a:tr>
              <a:tr h="234696">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a:tabLst/>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및 </a:t>
                      </a:r>
                      <a:r>
                        <a:rPr lang="ko-KR" altLang="en-US" sz="1050" b="1"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비역내산</a:t>
                      </a: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판정 상세</a:t>
                      </a:r>
                      <a:endPar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anchor="ctr"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3</a:t>
                      </a:r>
                    </a:p>
                  </a:txBody>
                  <a:tcPr marL="45720" marR="288000" anchor="ctr"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2"/>
                  </a:ext>
                </a:extLst>
              </a:tr>
              <a:tr h="244348">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2"/>
                        <a:tabLst/>
                        <a:defRPr/>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에러 현황</a:t>
                      </a:r>
                      <a:endPar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4</a:t>
                      </a: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3"/>
                  </a:ext>
                </a:extLst>
              </a:tr>
              <a:tr h="244348">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3"/>
                        <a:tabLst/>
                        <a:defRPr/>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협정별 원산지 판정 현황</a:t>
                      </a:r>
                      <a:endPar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5</a:t>
                      </a: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4"/>
                  </a:ext>
                </a:extLst>
              </a:tr>
              <a:tr h="259200">
                <a:tc>
                  <a:txBody>
                    <a:bodyPr/>
                    <a:lstStyle/>
                    <a:p>
                      <a:pPr marL="182563" marR="0" lvl="1" indent="0" algn="l" defTabSz="914400" rtl="0" eaLnBrk="1" fontAlgn="base" latinLnBrk="0" hangingPunct="1">
                        <a:lnSpc>
                          <a:spcPct val="120000"/>
                        </a:lnSpc>
                        <a:spcBef>
                          <a:spcPts val="600"/>
                        </a:spcBef>
                        <a:spcAft>
                          <a:spcPct val="0"/>
                        </a:spcAft>
                        <a:buClrTx/>
                        <a:buSzTx/>
                        <a:buFont typeface="+mj-lt"/>
                        <a:buNone/>
                        <a:tabLst/>
                        <a:defRPr/>
                      </a:pPr>
                      <a:endParaRPr kumimoji="0" lang="en-US" altLang="ko-KR" sz="1200" b="1" i="0" u="none" strike="noStrike" kern="1200" cap="none" spc="0" normalizeH="0" baseline="0" noProof="0" dirty="0">
                        <a:ln>
                          <a:noFill/>
                        </a:ln>
                        <a:solidFill>
                          <a:srgbClr val="00338D"/>
                        </a:solidFill>
                        <a:effectLst/>
                        <a:uLnTx/>
                        <a:uFillTx/>
                        <a:latin typeface="맑은 고딕" panose="020B0503020000020004" pitchFamily="50" charset="-127"/>
                        <a:ea typeface="맑은 고딕" panose="020B0503020000020004" pitchFamily="50" charset="-127"/>
                        <a:cs typeface="Arial" panose="020B0604020202020204" pitchFamily="34" charset="0"/>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20000"/>
                        </a:lnSpc>
                        <a:spcBef>
                          <a:spcPts val="600"/>
                        </a:spcBef>
                        <a:spcAft>
                          <a:spcPct val="0"/>
                        </a:spcAft>
                        <a:buClr>
                          <a:schemeClr val="tx2"/>
                        </a:buClr>
                        <a:buSzPct val="85000"/>
                        <a:buFont typeface="Wingdings" pitchFamily="2" charset="2"/>
                        <a:buNone/>
                        <a:tabLst/>
                      </a:pPr>
                      <a:endParaRPr kumimoji="0" lang="en-GB" altLang="ko-KR" sz="1000" b="1" i="0" u="none" strike="noStrike" kern="1200" cap="none" normalizeH="0" baseline="0" dirty="0">
                        <a:ln>
                          <a:noFill/>
                        </a:ln>
                        <a:solidFill>
                          <a:schemeClr val="tx2"/>
                        </a:solidFill>
                        <a:effectLst/>
                        <a:latin typeface="맑은 고딕" panose="020B0503020000020004" pitchFamily="50" charset="-127"/>
                        <a:ea typeface="맑은 고딕" panose="020B0503020000020004" pitchFamily="50" charset="-127"/>
                        <a:cs typeface="+mn-cs"/>
                      </a:endParaRP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5"/>
                  </a:ext>
                </a:extLst>
              </a:tr>
              <a:tr h="259200">
                <a:tc>
                  <a:txBody>
                    <a:bodyPr/>
                    <a:lstStyle/>
                    <a:p>
                      <a:pPr marL="285750" marR="0" lvl="0" indent="-180000" algn="l" defTabSz="914400" rtl="0" eaLnBrk="1" fontAlgn="base" latinLnBrk="0" hangingPunct="1">
                        <a:lnSpc>
                          <a:spcPct val="110000"/>
                        </a:lnSpc>
                        <a:spcBef>
                          <a:spcPts val="600"/>
                        </a:spcBef>
                        <a:spcAft>
                          <a:spcPct val="0"/>
                        </a:spcAft>
                        <a:buClrTx/>
                        <a:buSzTx/>
                        <a:buFont typeface="+mj-lt"/>
                        <a:buAutoNum type="romanUcPeriod" startAt="2"/>
                        <a:tabLst/>
                        <a:defRPr/>
                      </a:pPr>
                      <a:r>
                        <a:rPr kumimoji="0" lang="ko-KR" altLang="en-US" sz="1200" b="1" baseline="0" dirty="0">
                          <a:solidFill>
                            <a:schemeClr val="tx2"/>
                          </a:solidFill>
                          <a:latin typeface="맑은 고딕" pitchFamily="50" charset="-127"/>
                          <a:ea typeface="맑은 고딕" panose="020B0503020000020004" pitchFamily="50" charset="-127"/>
                        </a:rPr>
                        <a:t>  </a:t>
                      </a:r>
                      <a:r>
                        <a:rPr lang="ko-KR" altLang="en-US"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원산지확인서 수취 현황</a:t>
                      </a:r>
                      <a:endParaRPr lang="en-US"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endParaRPr kumimoji="0" lang="en-GB" altLang="ko-KR" sz="1000" b="1" i="0" u="none" strike="noStrike" kern="1200" cap="none" normalizeH="0" baseline="0" dirty="0">
                        <a:ln>
                          <a:noFill/>
                        </a:ln>
                        <a:solidFill>
                          <a:schemeClr val="tx2"/>
                        </a:solidFill>
                        <a:effectLst/>
                        <a:latin typeface="맑은 고딕" panose="020B0503020000020004" pitchFamily="50" charset="-127"/>
                        <a:ea typeface="맑은 고딕" panose="020B0503020000020004" pitchFamily="50" charset="-127"/>
                        <a:cs typeface="+mn-cs"/>
                      </a:endParaRP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6"/>
                  </a:ext>
                </a:extLst>
              </a:tr>
              <a:tr h="259200">
                <a:tc>
                  <a:txBody>
                    <a:bodyPr/>
                    <a:lstStyle/>
                    <a:p>
                      <a:pPr marL="685800" marR="0" lvl="1" indent="-228600" algn="l" defTabSz="914400" rtl="0" eaLnBrk="1" fontAlgn="base" latinLnBrk="0" hangingPunct="1">
                        <a:lnSpc>
                          <a:spcPct val="120000"/>
                        </a:lnSpc>
                        <a:spcBef>
                          <a:spcPts val="600"/>
                        </a:spcBef>
                        <a:spcAft>
                          <a:spcPct val="0"/>
                        </a:spcAft>
                        <a:buClrTx/>
                        <a:buSzTx/>
                        <a:buFont typeface="+mj-lt"/>
                        <a:buAutoNum type="arabicPeriod"/>
                        <a:tabLst/>
                        <a:defRPr/>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협력사별 원산지확인서 수취 현황</a:t>
                      </a:r>
                      <a:endParaRPr lang="en-US" altLang="ko-KR" sz="1050" b="1" kern="0" spc="-50" noProof="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20000"/>
                        </a:lnSpc>
                        <a:spcBef>
                          <a:spcPts val="6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7</a:t>
                      </a: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7"/>
                  </a:ext>
                </a:extLst>
              </a:tr>
              <a:tr h="259200">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2"/>
                        <a:tabLst/>
                        <a:defRPr/>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협력사별 원산지확인서 수취</a:t>
                      </a:r>
                      <a:r>
                        <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50" b="1"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자재 내역</a:t>
                      </a:r>
                      <a:endPar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8</a:t>
                      </a: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8"/>
                  </a:ext>
                </a:extLst>
              </a:tr>
              <a:tr h="248412">
                <a:tc>
                  <a:txBody>
                    <a:bodyPr/>
                    <a:lstStyle/>
                    <a:p>
                      <a:pPr marL="182563" marR="0" lvl="1" indent="0" algn="l" defTabSz="914400" rtl="0" eaLnBrk="1" fontAlgn="base" latinLnBrk="0" hangingPunct="1">
                        <a:lnSpc>
                          <a:spcPct val="120000"/>
                        </a:lnSpc>
                        <a:spcBef>
                          <a:spcPts val="600"/>
                        </a:spcBef>
                        <a:spcAft>
                          <a:spcPct val="0"/>
                        </a:spcAft>
                        <a:buClrTx/>
                        <a:buSzTx/>
                        <a:buFont typeface="+mj-lt"/>
                        <a:buNone/>
                        <a:tabLst/>
                        <a:defRPr/>
                      </a:pPr>
                      <a:endParaRPr lang="en-US" altLang="ko-KR" sz="1050" b="1" kern="0" spc="-50" noProof="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20000"/>
                        </a:lnSpc>
                        <a:spcBef>
                          <a:spcPts val="600"/>
                        </a:spcBef>
                        <a:spcAft>
                          <a:spcPct val="0"/>
                        </a:spcAft>
                        <a:buClr>
                          <a:schemeClr val="tx2"/>
                        </a:buClr>
                        <a:buSzPct val="85000"/>
                        <a:buFont typeface="Wingdings" pitchFamily="2" charset="2"/>
                        <a:buNone/>
                        <a:tabLst/>
                      </a:pPr>
                      <a:endPar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9"/>
                  </a:ext>
                </a:extLst>
              </a:tr>
              <a:tr h="259200">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3"/>
                        <a:tabLst/>
                        <a:defRPr/>
                      </a:pPr>
                      <a:endPar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anchor="b"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algn="ctr" latinLnBrk="1">
                        <a:lnSpc>
                          <a:spcPct val="110000"/>
                        </a:lnSpc>
                        <a:spcBef>
                          <a:spcPts val="600"/>
                        </a:spcBef>
                      </a:pPr>
                      <a:endPar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288000" anchor="b"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13"/>
                  </a:ext>
                </a:extLst>
              </a:tr>
              <a:tr h="180914">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4"/>
                        <a:tabLst/>
                        <a:defRPr/>
                      </a:pPr>
                      <a:endParaRPr lang="en-US" altLang="ko-KR" sz="1000" b="1" dirty="0">
                        <a:solidFill>
                          <a:srgbClr val="00338D"/>
                        </a:solidFill>
                        <a:latin typeface="맑은 고딕" panose="020B0503020000020004" pitchFamily="50" charset="-127"/>
                        <a:ea typeface="맑은 고딕" panose="020B0503020000020004" pitchFamily="50" charset="-127"/>
                      </a:endParaRPr>
                    </a:p>
                  </a:txBody>
                  <a:tcPr marL="45720" marR="45720" anchor="b"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algn="ctr" latinLnBrk="1">
                        <a:lnSpc>
                          <a:spcPct val="110000"/>
                        </a:lnSpc>
                        <a:spcBef>
                          <a:spcPts val="600"/>
                        </a:spcBef>
                      </a:pPr>
                      <a:endParaRPr kumimoji="0" lang="ko-KR" altLang="en-US" sz="1000" b="1" i="0" u="none" strike="noStrike" kern="1200" cap="none" normalizeH="0" baseline="0" dirty="0">
                        <a:ln>
                          <a:noFill/>
                        </a:ln>
                        <a:solidFill>
                          <a:schemeClr val="tx2"/>
                        </a:solidFill>
                        <a:effectLst/>
                        <a:latin typeface="맑은 고딕" panose="020B0503020000020004" pitchFamily="50" charset="-127"/>
                        <a:ea typeface="맑은 고딕" panose="020B0503020000020004" pitchFamily="50" charset="-127"/>
                        <a:cs typeface="Arial" panose="020B0604020202020204" pitchFamily="34" charset="0"/>
                      </a:endParaRPr>
                    </a:p>
                  </a:txBody>
                  <a:tcPr marL="45720" marR="288000" anchor="b"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14"/>
                  </a:ext>
                </a:extLst>
              </a:tr>
            </a:tbl>
          </a:graphicData>
        </a:graphic>
      </p:graphicFrame>
      <p:sp>
        <p:nvSpPr>
          <p:cNvPr id="3" name="직사각형 2"/>
          <p:cNvSpPr/>
          <p:nvPr/>
        </p:nvSpPr>
        <p:spPr>
          <a:xfrm>
            <a:off x="1208600" y="5273163"/>
            <a:ext cx="7488801" cy="874139"/>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ko-KR" altLang="en-US" sz="1500" dirty="0" err="1">
              <a:solidFill>
                <a:schemeClr val="bg1"/>
              </a:solidFill>
            </a:endParaRPr>
          </a:p>
        </p:txBody>
      </p:sp>
      <p:sp>
        <p:nvSpPr>
          <p:cNvPr id="6" name="TextBox 5"/>
          <p:cNvSpPr txBox="1"/>
          <p:nvPr/>
        </p:nvSpPr>
        <p:spPr>
          <a:xfrm>
            <a:off x="1324897" y="5251922"/>
            <a:ext cx="7256206" cy="806246"/>
          </a:xfrm>
          <a:prstGeom prst="rect">
            <a:avLst/>
          </a:prstGeom>
          <a:noFill/>
        </p:spPr>
        <p:txBody>
          <a:bodyPr wrap="square" lIns="54610" tIns="54610" rIns="54610" bIns="54610" rtlCol="0">
            <a:noAutofit/>
          </a:bodyPr>
          <a:lstStyle/>
          <a:p>
            <a:pPr algn="just">
              <a:lnSpc>
                <a:spcPct val="150000"/>
              </a:lnSpc>
            </a:pP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삼정회계법인은</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계약 체결일</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:2020</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년</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04</a:t>
            </a:r>
            <a:r>
              <a:rPr lang="ko-KR" altLang="en-US"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월 </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03</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일자로 체결된 계약서상에 명시된 바와 같이</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상기 프로젝트에 대하여</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en-US"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월별</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보고서를 작성하여 보내</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드립니다</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본 용역결과물에 포함되어 있는 정보는</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보고서 날짜</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2026</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년</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10</a:t>
            </a:r>
            <a:r>
              <a:rPr lang="ko-KR" altLang="en-US"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월 </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27</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일</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이전까지</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귀사로부터 제공된 자료내용을 반영한 것이며</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보고서 날짜</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2026</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년</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10</a:t>
            </a:r>
            <a:r>
              <a:rPr lang="ko-KR" altLang="en-US"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월 </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27</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일</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이후의 변경사항을 수정 반영할</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KPMG</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의 책임은 없습니다</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본 용역의 결과물은 본 용역에 대한 용역계약서의 내용과 같이 이용이 제한되었으며</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계약서상에 명시된 이외의 목적이나</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귀사의 경영진이 아닌 제</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3</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자의 이용</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배포에 사용되어서는 안됩니다</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a:t>
            </a:r>
            <a:endPar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endParaRPr>
          </a:p>
        </p:txBody>
      </p:sp>
      <p:graphicFrame>
        <p:nvGraphicFramePr>
          <p:cNvPr id="7" name="표 6">
            <a:extLst>
              <a:ext uri="{FF2B5EF4-FFF2-40B4-BE49-F238E27FC236}">
                <a16:creationId xmlns:a16="http://schemas.microsoft.com/office/drawing/2014/main" id="{61AC7DEF-A9D8-4661-B397-719AA634F751}"/>
              </a:ext>
            </a:extLst>
          </p:cNvPr>
          <p:cNvGraphicFramePr>
            <a:graphicFrameLocks noGrp="1"/>
          </p:cNvGraphicFramePr>
          <p:nvPr>
            <p:extLst>
              <p:ext uri="{D42A27DB-BD31-4B8C-83A1-F6EECF244321}">
                <p14:modId xmlns:p14="http://schemas.microsoft.com/office/powerpoint/2010/main" val="775736966"/>
              </p:ext>
            </p:extLst>
          </p:nvPr>
        </p:nvGraphicFramePr>
        <p:xfrm>
          <a:off x="5613400" y="4474322"/>
          <a:ext cx="3084000" cy="770031"/>
        </p:xfrm>
        <a:graphic>
          <a:graphicData uri="http://schemas.openxmlformats.org/drawingml/2006/table">
            <a:tbl>
              <a:tblPr firstRow="1" bandRow="1"/>
              <a:tblGrid>
                <a:gridCol w="1542000">
                  <a:extLst>
                    <a:ext uri="{9D8B030D-6E8A-4147-A177-3AD203B41FA5}">
                      <a16:colId xmlns:a16="http://schemas.microsoft.com/office/drawing/2014/main" val="4153948039"/>
                    </a:ext>
                  </a:extLst>
                </a:gridCol>
                <a:gridCol w="1542000">
                  <a:extLst>
                    <a:ext uri="{9D8B030D-6E8A-4147-A177-3AD203B41FA5}">
                      <a16:colId xmlns:a16="http://schemas.microsoft.com/office/drawing/2014/main" val="1325663792"/>
                    </a:ext>
                  </a:extLst>
                </a:gridCol>
              </a:tblGrid>
              <a:tr h="232149">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Engagement Partner</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Engagement Manager</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316327912"/>
                  </a:ext>
                </a:extLst>
              </a:tr>
              <a:tr h="52619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4032820"/>
                  </a:ext>
                </a:extLst>
              </a:tr>
            </a:tbl>
          </a:graphicData>
        </a:graphic>
      </p:graphicFrame>
    </p:spTree>
    <p:extLst>
      <p:ext uri="{BB962C8B-B14F-4D97-AF65-F5344CB8AC3E}">
        <p14:creationId xmlns:p14="http://schemas.microsoft.com/office/powerpoint/2010/main" val="8148026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차트 8"/>
          <p:cNvGraphicFramePr/>
          <p:nvPr>
            <p:extLst>
              <p:ext uri="{D42A27DB-BD31-4B8C-83A1-F6EECF244321}">
                <p14:modId xmlns:p14="http://schemas.microsoft.com/office/powerpoint/2010/main" val="3382457845"/>
              </p:ext>
            </p:extLst>
          </p:nvPr>
        </p:nvGraphicFramePr>
        <p:xfrm>
          <a:off x="340495" y="1504962"/>
          <a:ext cx="4428000" cy="2700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Placeholder 1"/>
          <p:cNvSpPr>
            <a:spLocks noGrp="1"/>
          </p:cNvSpPr>
          <p:nvPr>
            <p:ph type="body" sz="quarter" idx="4294967295"/>
          </p:nvPr>
        </p:nvSpPr>
        <p:spPr>
          <a:xfrm>
            <a:off x="324221" y="1119083"/>
            <a:ext cx="8569325" cy="674688"/>
          </a:xfrm>
          <a:prstGeom prst="rect">
            <a:avLst/>
          </a:prstGeom>
        </p:spPr>
        <p:txBody>
          <a:bodyPr/>
          <a:lstStyle/>
          <a:p>
            <a:pPr eaLnBrk="0" hangingPunct="0">
              <a:spcBef>
                <a:spcPct val="20000"/>
              </a:spcBef>
              <a:defRPr/>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보고서의 매출 기준 판매 제품에 대한 역내</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비역내 원산지 판정율은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graphicFrame>
        <p:nvGraphicFramePr>
          <p:cNvPr id="11" name="차트 10"/>
          <p:cNvGraphicFramePr/>
          <p:nvPr>
            <p:extLst>
              <p:ext uri="{D42A27DB-BD31-4B8C-83A1-F6EECF244321}">
                <p14:modId xmlns:p14="http://schemas.microsoft.com/office/powerpoint/2010/main" val="652071149"/>
              </p:ext>
            </p:extLst>
          </p:nvPr>
        </p:nvGraphicFramePr>
        <p:xfrm>
          <a:off x="5144625" y="1504962"/>
          <a:ext cx="4428000" cy="270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312993130"/>
              </p:ext>
            </p:extLst>
          </p:nvPr>
        </p:nvGraphicFramePr>
        <p:xfrm>
          <a:off x="333375" y="4633727"/>
          <a:ext cx="4428000" cy="1433805"/>
        </p:xfrm>
        <a:graphic>
          <a:graphicData uri="http://schemas.openxmlformats.org/drawingml/2006/table">
            <a:tbl>
              <a:tblPr firstRow="1" bandRow="1"/>
              <a:tblGrid>
                <a:gridCol w="1476000">
                  <a:extLst>
                    <a:ext uri="{9D8B030D-6E8A-4147-A177-3AD203B41FA5}">
                      <a16:colId xmlns:a16="http://schemas.microsoft.com/office/drawing/2014/main" val="20000"/>
                    </a:ext>
                  </a:extLst>
                </a:gridCol>
                <a:gridCol w="1476000">
                  <a:extLst>
                    <a:ext uri="{9D8B030D-6E8A-4147-A177-3AD203B41FA5}">
                      <a16:colId xmlns:a16="http://schemas.microsoft.com/office/drawing/2014/main" val="20001"/>
                    </a:ext>
                  </a:extLst>
                </a:gridCol>
                <a:gridCol w="1476000">
                  <a:extLst>
                    <a:ext uri="{9D8B030D-6E8A-4147-A177-3AD203B41FA5}">
                      <a16:colId xmlns:a16="http://schemas.microsoft.com/office/drawing/2014/main" val="20002"/>
                    </a:ext>
                  </a:extLst>
                </a:gridCol>
              </a:tblGrid>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구분</a:t>
                      </a: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판정 건수</a:t>
                      </a:r>
                    </a:p>
                  </a:txBody>
                  <a:tcPr marL="72000" marR="7200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비율 </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bg1"/>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전체 품목 수</a:t>
                      </a: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역내산</a:t>
                      </a: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판정 건수</a:t>
                      </a: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2,037</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96.45</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비역내산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판정 건수</a:t>
                      </a: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75</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3.55</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extLst>
                  <a:ext uri="{0D108BD9-81ED-4DB2-BD59-A6C34878D82A}">
                    <a16:rowId xmlns:a16="http://schemas.microsoft.com/office/drawing/2014/main" val="10003"/>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판정 실패 건수</a:t>
                      </a: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433792802"/>
              </p:ext>
            </p:extLst>
          </p:nvPr>
        </p:nvGraphicFramePr>
        <p:xfrm>
          <a:off x="5144625" y="4633727"/>
          <a:ext cx="4428000" cy="1433815"/>
        </p:xfrm>
        <a:graphic>
          <a:graphicData uri="http://schemas.openxmlformats.org/drawingml/2006/table">
            <a:tbl>
              <a:tblPr firstRow="1" bandRow="1"/>
              <a:tblGrid>
                <a:gridCol w="1476000">
                  <a:extLst>
                    <a:ext uri="{9D8B030D-6E8A-4147-A177-3AD203B41FA5}">
                      <a16:colId xmlns:a16="http://schemas.microsoft.com/office/drawing/2014/main" val="20000"/>
                    </a:ext>
                  </a:extLst>
                </a:gridCol>
                <a:gridCol w="1476000">
                  <a:extLst>
                    <a:ext uri="{9D8B030D-6E8A-4147-A177-3AD203B41FA5}">
                      <a16:colId xmlns:a16="http://schemas.microsoft.com/office/drawing/2014/main" val="20001"/>
                    </a:ext>
                  </a:extLst>
                </a:gridCol>
                <a:gridCol w="1476000">
                  <a:extLst>
                    <a:ext uri="{9D8B030D-6E8A-4147-A177-3AD203B41FA5}">
                      <a16:colId xmlns:a16="http://schemas.microsoft.com/office/drawing/2014/main" val="20002"/>
                    </a:ext>
                  </a:extLst>
                </a:gridCol>
              </a:tblGrid>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구분</a:t>
                      </a: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판정 건수</a:t>
                      </a:r>
                    </a:p>
                  </a:txBody>
                  <a:tcPr marL="72000" marR="7200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비율 </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bg1"/>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세번변경기준</a:t>
                      </a: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r>
                        <a:rPr lang="ko-KR" altLang="en-US" sz="1000" b="0"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미충족</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677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부가가치기준 </a:t>
                      </a:r>
                      <a:r>
                        <a:rPr lang="ko-KR" altLang="en-US" sz="1000" b="0"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미충족</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18</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24</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조합기준 </a:t>
                      </a:r>
                      <a:r>
                        <a:rPr lang="ko-KR" altLang="en-US" sz="1000" b="0"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미충족</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57</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76</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비역내산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합계</a:t>
                      </a: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75</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extLst>
                  <a:ext uri="{0D108BD9-81ED-4DB2-BD59-A6C34878D82A}">
                    <a16:rowId xmlns:a16="http://schemas.microsoft.com/office/drawing/2014/main" val="10004"/>
                  </a:ext>
                </a:extLst>
              </a:tr>
            </a:tbl>
          </a:graphicData>
        </a:graphic>
      </p:graphicFrame>
      <p:sp>
        <p:nvSpPr>
          <p:cNvPr id="15" name="Title 1"/>
          <p:cNvSpPr txBox="1">
            <a:spLocks/>
          </p:cNvSpPr>
          <p:nvPr/>
        </p:nvSpPr>
        <p:spPr>
          <a:xfrm>
            <a:off x="815271"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및 </a:t>
            </a:r>
            <a:r>
              <a:rPr lang="ko-KR" altLang="en-US" sz="1400" b="1"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비역내산</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판정 상세</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16"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 </a:t>
            </a:r>
            <a:r>
              <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2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Tree>
    <p:extLst>
      <p:ext uri="{BB962C8B-B14F-4D97-AF65-F5344CB8AC3E}">
        <p14:creationId xmlns:p14="http://schemas.microsoft.com/office/powerpoint/2010/main" val="22049333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원산지 판정 에러 건은 다음과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sp>
        <p:nvSpPr>
          <p:cNvPr id="42" name="직사각형 41">
            <a:extLst>
              <a:ext uri="{FF2B5EF4-FFF2-40B4-BE49-F238E27FC236}">
                <a16:creationId xmlns:a16="http://schemas.microsoft.com/office/drawing/2014/main" id="{4E5CB4EF-0078-4E81-9585-01355406EDF5}"/>
              </a:ext>
            </a:extLst>
          </p:cNvPr>
          <p:cNvSpPr/>
          <p:nvPr/>
        </p:nvSpPr>
        <p:spPr>
          <a:xfrm>
            <a:off x="333375" y="1504953"/>
            <a:ext cx="4619625" cy="4613272"/>
          </a:xfrm>
          <a:prstGeom prst="rect">
            <a:avLst/>
          </a:pr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endParaRPr lang="ko-KR" altLang="en-US" sz="1500" dirty="0" err="1">
              <a:solidFill>
                <a:schemeClr val="bg1"/>
              </a:solidFill>
            </a:endParaRPr>
          </a:p>
        </p:txBody>
      </p:sp>
      <p:sp>
        <p:nvSpPr>
          <p:cNvPr id="28" name="Title 1"/>
          <p:cNvSpPr txBox="1">
            <a:spLocks/>
          </p:cNvSpPr>
          <p:nvPr/>
        </p:nvSpPr>
        <p:spPr>
          <a:xfrm>
            <a:off x="815271"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2.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에러 현황</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29"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 </a:t>
            </a:r>
            <a:r>
              <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2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graphicFrame>
        <p:nvGraphicFramePr>
          <p:cNvPr id="2" name="차트 1">
            <a:extLst>
              <a:ext uri="{FF2B5EF4-FFF2-40B4-BE49-F238E27FC236}">
                <a16:creationId xmlns:a16="http://schemas.microsoft.com/office/drawing/2014/main" id="{9A9FE000-17A3-4C74-89F3-732ED2CFE99D}"/>
              </a:ext>
            </a:extLst>
          </p:cNvPr>
          <p:cNvGraphicFramePr/>
          <p:nvPr>
            <p:extLst>
              <p:ext uri="{D42A27DB-BD31-4B8C-83A1-F6EECF244321}">
                <p14:modId xmlns:p14="http://schemas.microsoft.com/office/powerpoint/2010/main" val="630132758"/>
              </p:ext>
            </p:extLst>
          </p:nvPr>
        </p:nvGraphicFramePr>
        <p:xfrm>
          <a:off x="592680" y="1642454"/>
          <a:ext cx="3960658" cy="4394452"/>
        </p:xfrm>
        <a:graphic>
          <a:graphicData uri="http://schemas.openxmlformats.org/drawingml/2006/chart">
            <c:chart xmlns:c="http://schemas.openxmlformats.org/drawingml/2006/chart" xmlns:r="http://schemas.openxmlformats.org/officeDocument/2006/relationships" r:id="rId2"/>
          </a:graphicData>
        </a:graphic>
      </p:graphicFrame>
      <p:sp>
        <p:nvSpPr>
          <p:cNvPr id="3" name="Rectangle 37">
            <a:extLst>
              <a:ext uri="{FF2B5EF4-FFF2-40B4-BE49-F238E27FC236}">
                <a16:creationId xmlns:a16="http://schemas.microsoft.com/office/drawing/2014/main" id="{7351CF2A-DC53-B5F9-658E-B0AE5CA77516}"/>
              </a:ext>
            </a:extLst>
          </p:cNvPr>
          <p:cNvSpPr>
            <a:spLocks noChangeArrowheads="1"/>
          </p:cNvSpPr>
          <p:nvPr/>
        </p:nvSpPr>
        <p:spPr bwMode="auto">
          <a:xfrm>
            <a:off x="5015287" y="1512731"/>
            <a:ext cx="4557338" cy="390739"/>
          </a:xfrm>
          <a:prstGeom prst="rect">
            <a:avLst/>
          </a:prstGeom>
          <a:solidFill>
            <a:srgbClr val="00338D"/>
          </a:solidFill>
          <a:ln w="9525" algn="ctr">
            <a:noFill/>
            <a:miter lim="800000"/>
            <a:headEnd/>
            <a:tailEnd/>
          </a:ln>
          <a:effectLst/>
        </p:spPr>
        <p:txBody>
          <a:bodyPr wrap="square" lIns="72000" tIns="72000" rIns="72000" bIns="72000" anchor="ctr" anchorCtr="0"/>
          <a:lstStyle/>
          <a:p>
            <a:pPr marL="342900" indent="-342900" algn="ctr" latinLnBrk="0">
              <a:lnSpc>
                <a:spcPct val="110000"/>
              </a:lnSpc>
              <a:spcBef>
                <a:spcPct val="20000"/>
              </a:spcBef>
              <a:buClr>
                <a:srgbClr val="415299"/>
              </a:buClr>
              <a:buSzPct val="125000"/>
            </a:pPr>
            <a:r>
              <a:rPr lang="ko-KR" altLang="en-US" sz="1200" b="1" kern="0" spc="-50" dirty="0">
                <a:ln>
                  <a:solidFill>
                    <a:srgbClr val="000000">
                      <a:alpha val="0"/>
                    </a:srgbClr>
                  </a:solidFill>
                </a:ln>
                <a:solidFill>
                  <a:schemeClr val="bg1"/>
                </a:solidFill>
                <a:latin typeface="맑은 고딕" panose="020B0503020000020004" pitchFamily="50" charset="-127"/>
                <a:ea typeface="맑은 고딕" pitchFamily="50" charset="-127"/>
              </a:rPr>
              <a:t>처리 방안</a:t>
            </a:r>
          </a:p>
        </p:txBody>
      </p:sp>
      <p:sp>
        <p:nvSpPr>
          <p:cNvPr id="4" name="직사각형 3">
            <a:extLst>
              <a:ext uri="{FF2B5EF4-FFF2-40B4-BE49-F238E27FC236}">
                <a16:creationId xmlns:a16="http://schemas.microsoft.com/office/drawing/2014/main" id="{CFF50CA7-D96C-4B0A-6A2D-7BC1696D5E4B}"/>
              </a:ext>
            </a:extLst>
          </p:cNvPr>
          <p:cNvSpPr/>
          <p:nvPr/>
        </p:nvSpPr>
        <p:spPr>
          <a:xfrm>
            <a:off x="5015288" y="1512735"/>
            <a:ext cx="4557338" cy="4605490"/>
          </a:xfrm>
          <a:prstGeom prst="rect">
            <a:avLst/>
          </a:pr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endParaRPr lang="ko-KR" altLang="en-US" sz="1500" dirty="0" err="1">
              <a:solidFill>
                <a:schemeClr val="bg1"/>
              </a:solidFill>
            </a:endParaRPr>
          </a:p>
        </p:txBody>
      </p:sp>
      <p:sp>
        <p:nvSpPr>
          <p:cNvPr id="5" name="TextBox 4">
            <a:extLst>
              <a:ext uri="{FF2B5EF4-FFF2-40B4-BE49-F238E27FC236}">
                <a16:creationId xmlns:a16="http://schemas.microsoft.com/office/drawing/2014/main" id="{40BD1932-1867-97F8-2C2D-97886CB4E699}"/>
              </a:ext>
            </a:extLst>
          </p:cNvPr>
          <p:cNvSpPr txBox="1"/>
          <p:nvPr/>
        </p:nvSpPr>
        <p:spPr>
          <a:xfrm>
            <a:off x="5131195" y="2082486"/>
            <a:ext cx="4441430" cy="3811053"/>
          </a:xfrm>
          <a:prstGeom prst="rect">
            <a:avLst/>
          </a:prstGeom>
          <a:noFill/>
        </p:spPr>
        <p:txBody>
          <a:bodyPr wrap="square" lIns="54610" tIns="54610" rIns="54610" bIns="54610" rtlCol="0">
            <a:noAutofit/>
          </a:bodyPr>
          <a:lstStyle/>
          <a:p>
            <a:pPr marL="108000" indent="-108000">
              <a:spcAft>
                <a:spcPts val="600"/>
              </a:spcAft>
              <a:buFont typeface="Wingdings" panose="05000000000000000000" pitchFamily="2" charset="2"/>
              <a:buChar cha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BOM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누락</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71450" indent="-171450">
              <a:spcAft>
                <a:spcPts val="600"/>
              </a:spcAft>
              <a:buFontTx/>
              <a:buChar char="-"/>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해당 제품의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BOM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누락이 확인됨에 따라 등록 후 재판정 수행</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a:spcAft>
                <a:spcPts val="600"/>
              </a:spcAft>
            </a:pP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08000" indent="-108000">
              <a:spcAft>
                <a:spcPts val="600"/>
              </a:spcAft>
              <a:buFont typeface="Wingdings" panose="05000000000000000000" pitchFamily="2" charset="2"/>
              <a:buChar cha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HS</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코드 누락</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71450" indent="-171450">
              <a:spcAft>
                <a:spcPts val="600"/>
              </a:spcAft>
              <a:buFontTx/>
              <a:buChar char="-"/>
            </a:pP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HS</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코드 누락 자재에 대해</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등록 후 재판정 수행</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a:spcAft>
                <a:spcPts val="600"/>
              </a:spcAft>
            </a:pP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08000" indent="-108000">
              <a:spcAft>
                <a:spcPts val="600"/>
              </a:spcAft>
              <a:buFont typeface="Wingdings" panose="05000000000000000000" pitchFamily="2" charset="2"/>
              <a:buChar char="§"/>
            </a:pP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원재료 단가</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71450" indent="-171450">
              <a:spcAft>
                <a:spcPts val="600"/>
              </a:spcAft>
              <a:buFontTx/>
              <a:buChar char="-"/>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단가가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'0'</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인 원재료가 확인됨에 따라 해당 원재료의 수불 및 </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a:spcAft>
                <a:spcPts val="600"/>
              </a:spcAft>
            </a:pP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구매 확인 후 재판정 수행</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a:spcAft>
                <a:spcPts val="600"/>
              </a:spcAft>
            </a:pP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08000" indent="-108000">
              <a:spcAft>
                <a:spcPts val="600"/>
              </a:spcAft>
              <a:buFont typeface="Wingdings" panose="05000000000000000000" pitchFamily="2" charset="2"/>
              <a:buChar char="§"/>
            </a:pP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기타</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71450" indent="-171450">
              <a:spcAft>
                <a:spcPts val="600"/>
              </a:spcAft>
              <a:buFontTx/>
              <a:buChar char="-"/>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일부 협정에 대해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PSR</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이 누락된 경우가 존재함에 따라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PSR </a:t>
            </a:r>
          </a:p>
          <a:p>
            <a:pPr>
              <a:spcAft>
                <a:spcPts val="600"/>
              </a:spcAft>
            </a:pP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등록 후 재판정 수행</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p:txBody>
      </p:sp>
    </p:spTree>
    <p:extLst>
      <p:ext uri="{BB962C8B-B14F-4D97-AF65-F5344CB8AC3E}">
        <p14:creationId xmlns:p14="http://schemas.microsoft.com/office/powerpoint/2010/main" val="226973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4238404258"/>
              </p:ext>
            </p:extLst>
          </p:nvPr>
        </p:nvGraphicFramePr>
        <p:xfrm>
          <a:off x="327000" y="1368559"/>
          <a:ext cx="9252000" cy="4900931"/>
        </p:xfrm>
        <a:graphic>
          <a:graphicData uri="http://schemas.openxmlformats.org/drawingml/2006/table">
            <a:tbl>
              <a:tblPr firstRow="1" bandRow="1"/>
              <a:tblGrid>
                <a:gridCol w="1542000">
                  <a:extLst>
                    <a:ext uri="{9D8B030D-6E8A-4147-A177-3AD203B41FA5}">
                      <a16:colId xmlns:a16="http://schemas.microsoft.com/office/drawing/2014/main" val="20000"/>
                    </a:ext>
                  </a:extLst>
                </a:gridCol>
                <a:gridCol w="1542000">
                  <a:extLst>
                    <a:ext uri="{9D8B030D-6E8A-4147-A177-3AD203B41FA5}">
                      <a16:colId xmlns:a16="http://schemas.microsoft.com/office/drawing/2014/main" val="20001"/>
                    </a:ext>
                  </a:extLst>
                </a:gridCol>
                <a:gridCol w="1542000">
                  <a:extLst>
                    <a:ext uri="{9D8B030D-6E8A-4147-A177-3AD203B41FA5}">
                      <a16:colId xmlns:a16="http://schemas.microsoft.com/office/drawing/2014/main" val="20002"/>
                    </a:ext>
                  </a:extLst>
                </a:gridCol>
                <a:gridCol w="1542000">
                  <a:extLst>
                    <a:ext uri="{9D8B030D-6E8A-4147-A177-3AD203B41FA5}">
                      <a16:colId xmlns:a16="http://schemas.microsoft.com/office/drawing/2014/main" val="20003"/>
                    </a:ext>
                  </a:extLst>
                </a:gridCol>
                <a:gridCol w="1542000">
                  <a:extLst>
                    <a:ext uri="{9D8B030D-6E8A-4147-A177-3AD203B41FA5}">
                      <a16:colId xmlns:a16="http://schemas.microsoft.com/office/drawing/2014/main" val="20004"/>
                    </a:ext>
                  </a:extLst>
                </a:gridCol>
                <a:gridCol w="1542000">
                  <a:extLst>
                    <a:ext uri="{9D8B030D-6E8A-4147-A177-3AD203B41FA5}">
                      <a16:colId xmlns:a16="http://schemas.microsoft.com/office/drawing/2014/main" val="20005"/>
                    </a:ext>
                  </a:extLst>
                </a:gridCol>
              </a:tblGrid>
              <a:tr h="395388">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FTA </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협정</a:t>
                      </a: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판정대상품목</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p>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(1)+(2)+(3)</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(1)</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(2)</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비역내산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(3)</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판정에러</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역내산</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 비율</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-APTA</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79.5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-EFTA</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-EU</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endPar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-RCEP</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-UAE</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뉴질랜드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endPar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베트남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싱가포르</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endPar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아세안</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84.1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영국</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1"/>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이스라엘</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2"/>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인도</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3"/>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인도네시아</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4"/>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중국</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5"/>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중미</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6"/>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칠레</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7"/>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캄보디아</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0592848"/>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캐나다</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9160003"/>
                  </a:ext>
                </a:extLst>
              </a:tr>
            </a:tbl>
          </a:graphicData>
        </a:graphic>
      </p:graphicFrame>
      <p:sp>
        <p:nvSpPr>
          <p:cNvPr id="6" name="Title 1"/>
          <p:cNvSpPr txBox="1">
            <a:spLocks/>
          </p:cNvSpPr>
          <p:nvPr/>
        </p:nvSpPr>
        <p:spPr>
          <a:xfrm>
            <a:off x="815273"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 </a:t>
            </a:r>
            <a:r>
              <a:rPr lang="ko-KR" altLang="en-US" sz="14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협정별 원산지 판정 현황</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8"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err="1">
                <a:ln>
                  <a:solidFill>
                    <a:srgbClr val="000000">
                      <a:alpha val="0"/>
                    </a:srgbClr>
                  </a:solidFill>
                </a:ln>
                <a:solidFill>
                  <a:srgbClr val="00338D"/>
                </a:solidFill>
                <a:latin typeface="맑은 고딕" panose="020B0503020000020004" pitchFamily="50" charset="-127"/>
                <a:ea typeface="맑은 고딕" pitchFamily="50" charset="-127"/>
              </a:rPr>
              <a:t>협정별</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 원산지 판정 현황은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sp>
        <p:nvSpPr>
          <p:cNvPr id="10"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 </a:t>
            </a:r>
            <a:r>
              <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2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ko-KR" altLang="en-US"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Tree>
    <p:extLst>
      <p:ext uri="{BB962C8B-B14F-4D97-AF65-F5344CB8AC3E}">
        <p14:creationId xmlns:p14="http://schemas.microsoft.com/office/powerpoint/2010/main" val="40559198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1199463657"/>
              </p:ext>
            </p:extLst>
          </p:nvPr>
        </p:nvGraphicFramePr>
        <p:xfrm>
          <a:off x="327000" y="1369567"/>
          <a:ext cx="9252000" cy="1581685"/>
        </p:xfrm>
        <a:graphic>
          <a:graphicData uri="http://schemas.openxmlformats.org/drawingml/2006/table">
            <a:tbl>
              <a:tblPr firstRow="1" bandRow="1"/>
              <a:tblGrid>
                <a:gridCol w="1542000">
                  <a:extLst>
                    <a:ext uri="{9D8B030D-6E8A-4147-A177-3AD203B41FA5}">
                      <a16:colId xmlns:a16="http://schemas.microsoft.com/office/drawing/2014/main" val="20000"/>
                    </a:ext>
                  </a:extLst>
                </a:gridCol>
                <a:gridCol w="1542000">
                  <a:extLst>
                    <a:ext uri="{9D8B030D-6E8A-4147-A177-3AD203B41FA5}">
                      <a16:colId xmlns:a16="http://schemas.microsoft.com/office/drawing/2014/main" val="20001"/>
                    </a:ext>
                  </a:extLst>
                </a:gridCol>
                <a:gridCol w="1542000">
                  <a:extLst>
                    <a:ext uri="{9D8B030D-6E8A-4147-A177-3AD203B41FA5}">
                      <a16:colId xmlns:a16="http://schemas.microsoft.com/office/drawing/2014/main" val="20002"/>
                    </a:ext>
                  </a:extLst>
                </a:gridCol>
                <a:gridCol w="1542000">
                  <a:extLst>
                    <a:ext uri="{9D8B030D-6E8A-4147-A177-3AD203B41FA5}">
                      <a16:colId xmlns:a16="http://schemas.microsoft.com/office/drawing/2014/main" val="20003"/>
                    </a:ext>
                  </a:extLst>
                </a:gridCol>
                <a:gridCol w="1542000">
                  <a:extLst>
                    <a:ext uri="{9D8B030D-6E8A-4147-A177-3AD203B41FA5}">
                      <a16:colId xmlns:a16="http://schemas.microsoft.com/office/drawing/2014/main" val="20004"/>
                    </a:ext>
                  </a:extLst>
                </a:gridCol>
                <a:gridCol w="1542000">
                  <a:extLst>
                    <a:ext uri="{9D8B030D-6E8A-4147-A177-3AD203B41FA5}">
                      <a16:colId xmlns:a16="http://schemas.microsoft.com/office/drawing/2014/main" val="20005"/>
                    </a:ext>
                  </a:extLst>
                </a:gridCol>
              </a:tblGrid>
              <a:tr h="395388">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FTA </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협정</a:t>
                      </a: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판정대상품목</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p>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(1)+(2)+(3)</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(1)</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(2)</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비역내산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(3)</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판정에러</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역내산</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 비율</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콜롬비아</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터키</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9805656"/>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페루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필리핀</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51.1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3671673"/>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호주</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
        <p:nvSpPr>
          <p:cNvPr id="6" name="Title 1"/>
          <p:cNvSpPr txBox="1">
            <a:spLocks/>
          </p:cNvSpPr>
          <p:nvPr/>
        </p:nvSpPr>
        <p:spPr>
          <a:xfrm>
            <a:off x="815273"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 </a:t>
            </a:r>
            <a:r>
              <a:rPr lang="ko-KR" altLang="en-US" sz="14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협정별 원산지 판정 현황</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8"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err="1">
                <a:ln>
                  <a:solidFill>
                    <a:srgbClr val="000000">
                      <a:alpha val="0"/>
                    </a:srgbClr>
                  </a:solidFill>
                </a:ln>
                <a:solidFill>
                  <a:srgbClr val="00338D"/>
                </a:solidFill>
                <a:latin typeface="맑은 고딕" panose="020B0503020000020004" pitchFamily="50" charset="-127"/>
                <a:ea typeface="맑은 고딕" pitchFamily="50" charset="-127"/>
              </a:rPr>
              <a:t>협정별</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 원산지 판정 현황은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sp>
        <p:nvSpPr>
          <p:cNvPr id="10"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 </a:t>
            </a:r>
            <a:r>
              <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2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ko-KR" altLang="en-US"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Tree>
    <p:extLst>
      <p:ext uri="{BB962C8B-B14F-4D97-AF65-F5344CB8AC3E}">
        <p14:creationId xmlns:p14="http://schemas.microsoft.com/office/powerpoint/2010/main" val="23130699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II. </a:t>
            </a:r>
            <a:r>
              <a:rPr lang="ko-KR" altLang="en-US"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원산지확인서 수취 현황</a:t>
            </a:r>
            <a:endPar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graphicFrame>
        <p:nvGraphicFramePr>
          <p:cNvPr id="8" name="표 7"/>
          <p:cNvGraphicFramePr>
            <a:graphicFrameLocks noGrp="1"/>
          </p:cNvGraphicFramePr>
          <p:nvPr>
            <p:extLst>
              <p:ext uri="{D42A27DB-BD31-4B8C-83A1-F6EECF244321}">
                <p14:modId xmlns:p14="http://schemas.microsoft.com/office/powerpoint/2010/main" val="1111338846"/>
              </p:ext>
            </p:extLst>
          </p:nvPr>
        </p:nvGraphicFramePr>
        <p:xfrm>
          <a:off x="327000" y="1363687"/>
          <a:ext cx="9252000" cy="4733395"/>
        </p:xfrm>
        <a:graphic>
          <a:graphicData uri="http://schemas.openxmlformats.org/drawingml/2006/table">
            <a:tbl>
              <a:tblPr firstRow="1" bandRow="1"/>
              <a:tblGrid>
                <a:gridCol w="2013864">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02206">
                  <a:extLst>
                    <a:ext uri="{9D8B030D-6E8A-4147-A177-3AD203B41FA5}">
                      <a16:colId xmlns:a16="http://schemas.microsoft.com/office/drawing/2014/main" val="20002"/>
                    </a:ext>
                  </a:extLst>
                </a:gridCol>
                <a:gridCol w="1140882">
                  <a:extLst>
                    <a:ext uri="{9D8B030D-6E8A-4147-A177-3AD203B41FA5}">
                      <a16:colId xmlns:a16="http://schemas.microsoft.com/office/drawing/2014/main" val="20003"/>
                    </a:ext>
                  </a:extLst>
                </a:gridCol>
                <a:gridCol w="1140882">
                  <a:extLst>
                    <a:ext uri="{9D8B030D-6E8A-4147-A177-3AD203B41FA5}">
                      <a16:colId xmlns:a16="http://schemas.microsoft.com/office/drawing/2014/main" val="20004"/>
                    </a:ext>
                  </a:extLst>
                </a:gridCol>
                <a:gridCol w="1140882">
                  <a:extLst>
                    <a:ext uri="{9D8B030D-6E8A-4147-A177-3AD203B41FA5}">
                      <a16:colId xmlns:a16="http://schemas.microsoft.com/office/drawing/2014/main" val="20005"/>
                    </a:ext>
                  </a:extLst>
                </a:gridCol>
                <a:gridCol w="1140882">
                  <a:extLst>
                    <a:ext uri="{9D8B030D-6E8A-4147-A177-3AD203B41FA5}">
                      <a16:colId xmlns:a16="http://schemas.microsoft.com/office/drawing/2014/main" val="20006"/>
                    </a:ext>
                  </a:extLst>
                </a:gridCol>
                <a:gridCol w="1140882">
                  <a:extLst>
                    <a:ext uri="{9D8B030D-6E8A-4147-A177-3AD203B41FA5}">
                      <a16:colId xmlns:a16="http://schemas.microsoft.com/office/drawing/2014/main" val="20007"/>
                    </a:ext>
                  </a:extLst>
                </a:gridCol>
              </a:tblGrid>
              <a:tr h="406067">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협력사명</a:t>
                      </a: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구매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수취</a:t>
                      </a:r>
                      <a:r>
                        <a:rPr lang="en-US" altLang="ko-KR" sz="1000" b="1" kern="0" spc="-50" baseline="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역내 수취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비역내 수취</a:t>
                      </a:r>
                      <a:r>
                        <a:rPr lang="en-US" altLang="ko-KR" sz="1000" b="1" kern="0" spc="-50" baseline="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미수취</a:t>
                      </a:r>
                      <a:r>
                        <a:rPr lang="en-US" altLang="ko-KR" sz="1000" b="1" kern="0" spc="-50" baseline="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p>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수취율</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구매금액</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원</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KUMHO PETROCHEMICAL CO.,LTD</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5,085,737,970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오씨아이 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4,852,252,860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773796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코리아이플랫폼</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1,785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1,785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2,483,174,871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2700018"/>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에스엠 폴리텍</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2,118,565,930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비를라카본코리아주식회사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1,752,040,630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케이에스산업</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1,586,012,150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LG CHEM LTD</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1,394,288,280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Shandong Daye Materials Co., L</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1,007,228,304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KOLON INDUSTRIES INC</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974,815,325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피제이켐텍 </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구 유승산업</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691,636,480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솔베이실리카코리아 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660,215,520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극동유화</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622,013,000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오리온엔지니어드카본즈 주식회사 </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여수공장</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585,075,740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홍덕산업</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포항</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SC</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공장</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584,886,428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2"/>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태경에스비씨 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454,400,000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669834"/>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㈜넥센 부산지점</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399,962,800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7630187"/>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DONGEUN CO.,LTD</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296,383,360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6571084"/>
                  </a:ext>
                </a:extLst>
              </a:tr>
            </a:tbl>
          </a:graphicData>
        </a:graphic>
      </p:graphicFrame>
      <p:sp>
        <p:nvSpPr>
          <p:cNvPr id="5"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협력사별 원산지확인서 수취 현황은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상위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17</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개 협력사</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sp>
        <p:nvSpPr>
          <p:cNvPr id="6" name="Title 1"/>
          <p:cNvSpPr txBox="1">
            <a:spLocks/>
          </p:cNvSpPr>
          <p:nvPr/>
        </p:nvSpPr>
        <p:spPr>
          <a:xfrm>
            <a:off x="815271"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 </a:t>
            </a:r>
            <a:r>
              <a:rPr lang="ko-KR" altLang="en-US" sz="14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협력사별 원산지확인서 수취 현황</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Tree>
    <p:extLst>
      <p:ext uri="{BB962C8B-B14F-4D97-AF65-F5344CB8AC3E}">
        <p14:creationId xmlns:p14="http://schemas.microsoft.com/office/powerpoint/2010/main" val="1004480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협력사별 원산지확인서 수취 또는 미수취한 자재 리스트는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구매금액 상위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17</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개</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p>
        </p:txBody>
      </p:sp>
      <p:sp>
        <p:nvSpPr>
          <p:cNvPr id="7"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II. </a:t>
            </a:r>
            <a:r>
              <a:rPr lang="ko-KR" altLang="en-US"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원산지확인서 수취 현황</a:t>
            </a:r>
            <a:endPar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8" name="Title 1"/>
          <p:cNvSpPr txBox="1">
            <a:spLocks/>
          </p:cNvSpPr>
          <p:nvPr/>
        </p:nvSpPr>
        <p:spPr>
          <a:xfrm>
            <a:off x="815271"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2.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협력사별 원산지확인서 수취</a:t>
            </a: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400" b="1"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자재 내역</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graphicFrame>
        <p:nvGraphicFramePr>
          <p:cNvPr id="9" name="표 8">
            <a:extLst>
              <a:ext uri="{FF2B5EF4-FFF2-40B4-BE49-F238E27FC236}">
                <a16:creationId xmlns:a16="http://schemas.microsoft.com/office/drawing/2014/main" id="{F06D0DA9-2456-45A3-9852-295C44296F16}"/>
              </a:ext>
            </a:extLst>
          </p:cNvPr>
          <p:cNvGraphicFramePr>
            <a:graphicFrameLocks noGrp="1"/>
          </p:cNvGraphicFramePr>
          <p:nvPr>
            <p:extLst>
              <p:ext uri="{D42A27DB-BD31-4B8C-83A1-F6EECF244321}">
                <p14:modId xmlns:p14="http://schemas.microsoft.com/office/powerpoint/2010/main" val="110331442"/>
              </p:ext>
            </p:extLst>
          </p:nvPr>
        </p:nvGraphicFramePr>
        <p:xfrm>
          <a:off x="327000" y="1363687"/>
          <a:ext cx="9252000" cy="4733395"/>
        </p:xfrm>
        <a:graphic>
          <a:graphicData uri="http://schemas.openxmlformats.org/drawingml/2006/table">
            <a:tbl>
              <a:tblPr firstRow="1" bandRow="1"/>
              <a:tblGrid>
                <a:gridCol w="1997100">
                  <a:extLst>
                    <a:ext uri="{9D8B030D-6E8A-4147-A177-3AD203B41FA5}">
                      <a16:colId xmlns:a16="http://schemas.microsoft.com/office/drawing/2014/main" val="20000"/>
                    </a:ext>
                  </a:extLst>
                </a:gridCol>
                <a:gridCol w="1450980">
                  <a:extLst>
                    <a:ext uri="{9D8B030D-6E8A-4147-A177-3AD203B41FA5}">
                      <a16:colId xmlns:a16="http://schemas.microsoft.com/office/drawing/2014/main" val="20001"/>
                    </a:ext>
                  </a:extLst>
                </a:gridCol>
                <a:gridCol w="1450980">
                  <a:extLst>
                    <a:ext uri="{9D8B030D-6E8A-4147-A177-3AD203B41FA5}">
                      <a16:colId xmlns:a16="http://schemas.microsoft.com/office/drawing/2014/main" val="20002"/>
                    </a:ext>
                  </a:extLst>
                </a:gridCol>
                <a:gridCol w="1450980">
                  <a:extLst>
                    <a:ext uri="{9D8B030D-6E8A-4147-A177-3AD203B41FA5}">
                      <a16:colId xmlns:a16="http://schemas.microsoft.com/office/drawing/2014/main" val="20003"/>
                    </a:ext>
                  </a:extLst>
                </a:gridCol>
                <a:gridCol w="1450980">
                  <a:extLst>
                    <a:ext uri="{9D8B030D-6E8A-4147-A177-3AD203B41FA5}">
                      <a16:colId xmlns:a16="http://schemas.microsoft.com/office/drawing/2014/main" val="20004"/>
                    </a:ext>
                  </a:extLst>
                </a:gridCol>
                <a:gridCol w="1450980">
                  <a:extLst>
                    <a:ext uri="{9D8B030D-6E8A-4147-A177-3AD203B41FA5}">
                      <a16:colId xmlns:a16="http://schemas.microsoft.com/office/drawing/2014/main" val="20005"/>
                    </a:ext>
                  </a:extLst>
                </a:gridCol>
              </a:tblGrid>
              <a:tr h="406067">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협력사명</a:t>
                      </a: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자재코드</a:t>
                      </a: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HS CODE</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구매단가</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원</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구매금액</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원</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수취여부</a:t>
                      </a:r>
                    </a:p>
                  </a:txBody>
                  <a:tcPr anchor="ctr">
                    <a:lnL w="12700" cmpd="sng">
                      <a:solidFill>
                        <a:sysClr val="window" lastClr="FFFFFF"/>
                      </a:solidFill>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KUMHO PETROCHEMICAL CO.,LTD</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31291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400219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2,798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1,910,810,160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오씨아이 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33132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280300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1,729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1,707,335,630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오씨아이 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33161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280300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1,478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1,502,224,420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KOLON INDUSTRIES INC</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36126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590210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38,755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957,054,725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KUMHO PETROCHEMICAL CO.,LTD</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31211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400220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2,402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862,558,200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오씨아이 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33131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280300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1,822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822,633,000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LG CHEM LTD</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31211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400220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2,402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814,133,880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비를라카본코리아주식회사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33181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280300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2,046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652,633,080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오리온엔지니어드카본즈 주식회사 </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여수공장</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33133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280300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1,927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585,075,740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비를라카본코리아주식회사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33132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280300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1,729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542,854,130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솔베이실리카코리아 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33215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281122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1,228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538,404,320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홍덕산업</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포항</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SC</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공장</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36303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721730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1,280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529,057,280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2"/>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오씨아이 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33111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280300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2,363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524,515,110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3"/>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a:t>
                      </a: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에스엠 폴리텍</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299451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2,470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521,997,450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4"/>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KUMHO PETROCHEMICAL CO.,LTD</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31205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400219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2,376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518,918,400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5"/>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Shandong Daye Materials Co., L</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36206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731210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1,558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491,019,280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6"/>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태경에스비씨 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32314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281700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4,000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454,400,000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7"/>
                  </a:ext>
                </a:extLst>
              </a:tr>
            </a:tbl>
          </a:graphicData>
        </a:graphic>
      </p:graphicFrame>
    </p:spTree>
    <p:extLst>
      <p:ext uri="{BB962C8B-B14F-4D97-AF65-F5344CB8AC3E}">
        <p14:creationId xmlns:p14="http://schemas.microsoft.com/office/powerpoint/2010/main" val="2811873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800" b="1" dirty="0"/>
              <a:t>Thank you</a:t>
            </a:r>
          </a:p>
        </p:txBody>
      </p:sp>
      <p:sp>
        <p:nvSpPr>
          <p:cNvPr id="3" name="TextBox 2">
            <a:extLst>
              <a:ext uri="{FF2B5EF4-FFF2-40B4-BE49-F238E27FC236}">
                <a16:creationId xmlns:a16="http://schemas.microsoft.com/office/drawing/2014/main" id="{6EC29BDC-E200-40C1-9941-D01B3BDA81AB}"/>
              </a:ext>
            </a:extLst>
          </p:cNvPr>
          <p:cNvSpPr txBox="1"/>
          <p:nvPr/>
        </p:nvSpPr>
        <p:spPr>
          <a:xfrm>
            <a:off x="1900519" y="5511600"/>
            <a:ext cx="7808258" cy="914033"/>
          </a:xfrm>
          <a:prstGeom prst="rect">
            <a:avLst/>
          </a:prstGeom>
          <a:noFill/>
        </p:spPr>
        <p:txBody>
          <a:bodyPr wrap="square" lIns="0" tIns="0" rIns="0" bIns="0" rtlCol="0">
            <a:spAutoFit/>
          </a:bodyPr>
          <a:lstStyle/>
          <a:p>
            <a:pPr marL="0" lvl="1" defTabSz="1108651">
              <a:lnSpc>
                <a:spcPct val="100000"/>
              </a:lnSpc>
              <a:spcBef>
                <a:spcPts val="0"/>
              </a:spcBef>
              <a:spcAft>
                <a:spcPts val="551"/>
              </a:spcAft>
              <a:defRPr/>
            </a:pPr>
            <a: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The information contained herein is of a general nature and is not intended to address the circumstances of any particular individual or entity. Although we endeavor to provide accurate and timely information, there can be no guarantee that such information is accurate as of the date it is received or that it will continue to be accurate in the future. No one should act on such information without appropriate professional advice after a thorough examination of the particular situation.</a:t>
            </a:r>
            <a:b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br>
            <a:b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br>
            <a: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 2026 KPMG </a:t>
            </a:r>
            <a:r>
              <a:rPr lang="en-US" altLang="ko-KR" sz="777" spc="0" baseline="0" dirty="0" err="1">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Samjong</a:t>
            </a:r>
            <a: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 Accounting Corp., a Korea Limited Liability Company and a member firm of the KPMG global organization of independent member firms affiliated with KPMG International Limited, a private English company limited by guarantee. All rights reserved.</a:t>
            </a:r>
          </a:p>
          <a:p>
            <a:pPr marL="0" lvl="1" defTabSz="1108651">
              <a:lnSpc>
                <a:spcPct val="100000"/>
              </a:lnSpc>
              <a:spcBef>
                <a:spcPts val="0"/>
              </a:spcBef>
              <a:spcAft>
                <a:spcPts val="551"/>
              </a:spcAft>
              <a:defRPr/>
            </a:pPr>
            <a: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The KPMG name and logo are trademarks used under license by the independent member firms of the KPMG global organization.</a:t>
            </a:r>
          </a:p>
        </p:txBody>
      </p:sp>
    </p:spTree>
    <p:extLst>
      <p:ext uri="{BB962C8B-B14F-4D97-AF65-F5344CB8AC3E}">
        <p14:creationId xmlns:p14="http://schemas.microsoft.com/office/powerpoint/2010/main" val="243301025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REATEDBY" val="Global PowerPoint Toolbar"/>
  <p:tag name="TOOLBARVERSION" val="5.1"/>
  <p:tag name="TYPE" val="Screen"/>
  <p:tag name="KEYWORD" val="SCREEN"/>
  <p:tag name="TEMPLATEVERSION" val="21/03/2016 11:30:04"/>
</p:tagLst>
</file>

<file path=ppt/theme/theme1.xml><?xml version="1.0" encoding="utf-8"?>
<a:theme xmlns:a="http://schemas.openxmlformats.org/drawingml/2006/main" name="KPMG_Standard_4x3_0922_2015">
  <a:themeElements>
    <a:clrScheme name="New KPMG Colours">
      <a:dk1>
        <a:srgbClr val="000000"/>
      </a:dk1>
      <a:lt1>
        <a:sysClr val="window" lastClr="FFFFFF"/>
      </a:lt1>
      <a:dk2>
        <a:srgbClr val="00338D"/>
      </a:dk2>
      <a:lt2>
        <a:srgbClr val="F0F0F0"/>
      </a:lt2>
      <a:accent1>
        <a:srgbClr val="0091DA"/>
      </a:accent1>
      <a:accent2>
        <a:srgbClr val="6D2077"/>
      </a:accent2>
      <a:accent3>
        <a:srgbClr val="005EB8"/>
      </a:accent3>
      <a:accent4>
        <a:srgbClr val="00A3A1"/>
      </a:accent4>
      <a:accent5>
        <a:srgbClr val="EAAA00"/>
      </a:accent5>
      <a:accent6>
        <a:srgbClr val="43B02A"/>
      </a:accent6>
      <a:hlink>
        <a:srgbClr val="0091DA"/>
      </a:hlink>
      <a:folHlink>
        <a:srgbClr val="0091DA"/>
      </a:folHlink>
    </a:clrScheme>
    <a:fontScheme name="KPMG">
      <a:majorFont>
        <a:latin typeface="KPMG Extralight"/>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54610" tIns="54610" rIns="54610" bIns="54610" rtlCol="0" anchor="ctr"/>
      <a:lstStyle>
        <a:defPPr algn="l">
          <a:defRPr sz="15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54610" tIns="54610" rIns="54610" bIns="54610" rtlCol="0">
        <a:noAutofit/>
      </a:bodyPr>
      <a:lstStyle>
        <a:defPPr>
          <a:spcAft>
            <a:spcPts val="600"/>
          </a:spcAft>
          <a:defRPr sz="1500" dirty="0" err="1" smtClean="0">
            <a:solidFill>
              <a:schemeClr val="tx2"/>
            </a:solidFill>
          </a:defRPr>
        </a:defPPr>
      </a:lstStyle>
    </a:txDef>
  </a:objectDefaults>
  <a:extraClrSchemeLst/>
  <a:custClrLst>
    <a:custClr name="KPMG Blue">
      <a:srgbClr val="00338D"/>
    </a:custClr>
    <a:custClr name="Medium Blue">
      <a:srgbClr val="005EB8"/>
    </a:custClr>
    <a:custClr name="Light Blue">
      <a:srgbClr val="0091DA"/>
    </a:custClr>
    <a:custClr name="Violet">
      <a:srgbClr val="483698"/>
    </a:custClr>
    <a:custClr name="Purple">
      <a:srgbClr val="470A68"/>
    </a:custClr>
    <a:custClr name="Light Purple">
      <a:srgbClr val="6D2077"/>
    </a:custClr>
    <a:custClr name="Green">
      <a:srgbClr val="00A3A1"/>
    </a:custClr>
    <a:custClr name="Dark Green">
      <a:srgbClr val="009A44"/>
    </a:custClr>
    <a:custClr name="Light Green">
      <a:srgbClr val="43B02A"/>
    </a:custClr>
    <a:custClr name="Yellow">
      <a:srgbClr val="EAAA00"/>
    </a:custClr>
    <a:custClr name="Orange">
      <a:srgbClr val="F68D2E"/>
    </a:custClr>
    <a:custClr name="Red ">
      <a:srgbClr val="BC204B"/>
    </a:custClr>
    <a:custClr name="Pink">
      <a:srgbClr val="C6007E"/>
    </a:custClr>
    <a:custClr name="Dark Brown">
      <a:srgbClr val="753F19"/>
    </a:custClr>
    <a:custClr name="Light Brown">
      <a:srgbClr val="9B642E"/>
    </a:custClr>
    <a:custClr name="Olive">
      <a:srgbClr val="9D9375"/>
    </a:custClr>
    <a:custClr name="Beige">
      <a:srgbClr val="E3BC9F"/>
    </a:custClr>
    <a:custClr name="Light Pink">
      <a:srgbClr val="E36877"/>
    </a:custClr>
  </a:custClrLst>
  <a:extLst>
    <a:ext uri="{05A4C25C-085E-4340-85A3-A5531E510DB2}">
      <thm15:themeFamily xmlns:thm15="http://schemas.microsoft.com/office/thememl/2012/main" name="KPMG Screen Standard Template" id="{FBEB195C-4184-475A-9D78-B1870202393D}" vid="{2728A2FB-5096-491D-983E-478792C3DBD8}"/>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문서" ma:contentTypeID="0x010100B7F093FDA380F44DA1F0D8408BC31CD2" ma:contentTypeVersion="11" ma:contentTypeDescription="새 문서를 만듭니다." ma:contentTypeScope="" ma:versionID="57c47abb38d4fda26c89c1d41f57d06a">
  <xsd:schema xmlns:xsd="http://www.w3.org/2001/XMLSchema" xmlns:xs="http://www.w3.org/2001/XMLSchema" xmlns:p="http://schemas.microsoft.com/office/2006/metadata/properties" xmlns:ns2="44ea1974-8f04-4f05-939e-157c5dbca381" xmlns:ns3="9c239f92-3688-401e-bc9e-f40475332199" targetNamespace="http://schemas.microsoft.com/office/2006/metadata/properties" ma:root="true" ma:fieldsID="6b8db89db86d3057e40ec13a9685b278" ns2:_="" ns3:_="">
    <xsd:import namespace="44ea1974-8f04-4f05-939e-157c5dbca381"/>
    <xsd:import namespace="9c239f92-3688-401e-bc9e-f4047533219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ea1974-8f04-4f05-939e-157c5dbca38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c239f92-3688-401e-bc9e-f40475332199" elementFormDefault="qualified">
    <xsd:import namespace="http://schemas.microsoft.com/office/2006/documentManagement/types"/>
    <xsd:import namespace="http://schemas.microsoft.com/office/infopath/2007/PartnerControls"/>
    <xsd:element name="SharedWithUsers" ma:index="17" nillable="true" ma:displayName="공유 대상"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세부 정보 공유"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콘텐츠 형식"/>
        <xsd:element ref="dc:title" minOccurs="0" maxOccurs="1" ma:index="4" ma:displayName="제목"/>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339C3B8-4F72-4829-9354-4E39EE2A9173}">
  <ds:schemaRefs>
    <ds:schemaRef ds:uri="http://schemas.microsoft.com/sharepoint/v3/contenttype/forms"/>
  </ds:schemaRefs>
</ds:datastoreItem>
</file>

<file path=customXml/itemProps2.xml><?xml version="1.0" encoding="utf-8"?>
<ds:datastoreItem xmlns:ds="http://schemas.openxmlformats.org/officeDocument/2006/customXml" ds:itemID="{8E0BB376-AC4F-4A56-B649-380E88C8A9DE}">
  <ds:schemaRefs>
    <ds:schemaRef ds:uri="http://schemas.microsoft.com/office/2006/documentManagement/types"/>
    <ds:schemaRef ds:uri="http://schemas.microsoft.com/office/2006/metadata/properties"/>
    <ds:schemaRef ds:uri="http://www.w3.org/XML/1998/namespace"/>
    <ds:schemaRef ds:uri="http://purl.org/dc/terms/"/>
    <ds:schemaRef ds:uri="44ea1974-8f04-4f05-939e-157c5dbca381"/>
    <ds:schemaRef ds:uri="http://purl.org/dc/elements/1.1/"/>
    <ds:schemaRef ds:uri="http://schemas.microsoft.com/office/infopath/2007/PartnerControls"/>
    <ds:schemaRef ds:uri="http://schemas.openxmlformats.org/package/2006/metadata/core-properties"/>
    <ds:schemaRef ds:uri="9c239f92-3688-401e-bc9e-f40475332199"/>
    <ds:schemaRef ds:uri="http://purl.org/dc/dcmitype/"/>
  </ds:schemaRefs>
</ds:datastoreItem>
</file>

<file path=customXml/itemProps3.xml><?xml version="1.0" encoding="utf-8"?>
<ds:datastoreItem xmlns:ds="http://schemas.openxmlformats.org/officeDocument/2006/customXml" ds:itemID="{6200F94B-2336-46EE-A72B-CA755D597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ea1974-8f04-4f05-939e-157c5dbca381"/>
    <ds:schemaRef ds:uri="9c239f92-3688-401e-bc9e-f4047533219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3129b2cc-4393-4691-814d-95eb8359c06c}" enabled="1" method="Standard" siteId="{deff24bb-2089-4400-8c8e-f71e680378b2}" contentBits="0" removed="0"/>
</clbl:labelList>
</file>

<file path=docProps/app.xml><?xml version="1.0" encoding="utf-8"?>
<Properties xmlns="http://schemas.openxmlformats.org/officeDocument/2006/extended-properties" xmlns:vt="http://schemas.openxmlformats.org/officeDocument/2006/docPropsVTypes">
  <Template>Office Theme</Template>
  <TotalTime>47533</TotalTime>
  <Words>1238</Words>
  <Application>Microsoft Office PowerPoint</Application>
  <PresentationFormat>A4 용지(210x297mm)</PresentationFormat>
  <Paragraphs>511</Paragraphs>
  <Slides>9</Slides>
  <Notes>4</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9</vt:i4>
      </vt:variant>
    </vt:vector>
  </HeadingPairs>
  <TitlesOfParts>
    <vt:vector size="14" baseType="lpstr">
      <vt:lpstr>Univers 45 Light</vt:lpstr>
      <vt:lpstr>맑은 고딕</vt:lpstr>
      <vt:lpstr>Arial</vt:lpstr>
      <vt:lpstr>Wingdings</vt:lpstr>
      <vt:lpstr>KPMG_Standard_4x3_0922_2015</vt:lpstr>
      <vt:lpstr>PowerPoint 프레젠테이션</vt:lpstr>
      <vt:lpstr>Contents</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Thank you</vt:lpstr>
    </vt:vector>
  </TitlesOfParts>
  <Company>KPMG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sungjeongroh@kr.kpmg.com</dc:creator>
  <cp:lastModifiedBy>Kim, Su-Rin (KR/MC)</cp:lastModifiedBy>
  <cp:revision>1555</cp:revision>
  <cp:lastPrinted>2018-01-04T02:09:09Z</cp:lastPrinted>
  <dcterms:created xsi:type="dcterms:W3CDTF">2016-09-05T06:45:14Z</dcterms:created>
  <dcterms:modified xsi:type="dcterms:W3CDTF">2026-10-27T01:46:11Z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0x010100B7F093FDA380F44DA1F0D8408BC31CD2</vt:lpwstr>
  </property>
</Properties>
</file>