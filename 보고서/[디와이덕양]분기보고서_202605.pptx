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0.36920000000000003</c:v>
                </c:pt>
                <c:pt idx="1">
                  <c:v>0.5949</c:v>
                </c:pt>
                <c:pt idx="2">
                  <c:v>0.036000000000000004</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0.7731999999999999</c:v>
                </c:pt>
                <c:pt idx="1">
                  <c:v>0.1097</c:v>
                </c:pt>
                <c:pt idx="2">
                  <c:v>0.11710000000000001</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44.0</c:v>
                </c:pt>
                <c:pt idx="3">
                  <c:v>329.0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91,850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36.92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148,006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59.49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8,952</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114,443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77.32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16,238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10.97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17,325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11.71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148,006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7,523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5,538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5,482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5,538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7,621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5,832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38,763,495,527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9,078,596,539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6,427,560,495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6,201,418,084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5,061,156,462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4,551,647,371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95.24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4,184,700,659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4,155,924,603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3,173,151,814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2,966,573,843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2,530,827,417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1,782,697,289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1,618,913,268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1,600,296,484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1,583,441,163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72.26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1,501,786,655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도림공업(주)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1,389,760,912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219,254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2,579,523,310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501,278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2,202,114,254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223,232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1,944,350,720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147,411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1,825,537,824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571,043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1,803,924,837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371,252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1,630,910,036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1,595,432,358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1,591,782,624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1,221,537,135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223,232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1,157,011,456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500,506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1,122,634,958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1,057,311,185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니프코코리아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001_NE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-110,000,000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94033K2200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148,431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983,206,944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950,232,816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56300BY670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219,435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889,150,620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97200AADI0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841590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147,073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889,056,285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